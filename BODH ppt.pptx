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F42B1"/>
    <a:srgbClr val="2B11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65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056D0F-37C6-49D3-A5F3-3886B9D5C3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F6084D1-DE33-458F-BD95-4BB08DF0818F}">
      <dgm:prSet phldrT="[Text]"/>
      <dgm:spPr/>
      <dgm:t>
        <a:bodyPr/>
        <a:lstStyle/>
        <a:p>
          <a:r>
            <a:rPr lang="en-US" dirty="0" smtClean="0"/>
            <a:t>₹1.54 Trillion — India diagnostic lab market FY2024, growing to ₹2.98T by FY2030 at 11.7% CAGR (Research &amp; Markets, 2025)</a:t>
          </a:r>
          <a:endParaRPr lang="en-US" dirty="0"/>
        </a:p>
      </dgm:t>
    </dgm:pt>
    <dgm:pt modelId="{B5F28434-320A-4CA7-AD48-1FCC2B9A62C1}" type="parTrans" cxnId="{6D0F29A5-BA15-4454-85AB-401036736F98}">
      <dgm:prSet/>
      <dgm:spPr/>
      <dgm:t>
        <a:bodyPr/>
        <a:lstStyle/>
        <a:p>
          <a:endParaRPr lang="en-US"/>
        </a:p>
      </dgm:t>
    </dgm:pt>
    <dgm:pt modelId="{7B2E580D-775F-4C18-BB9B-9E130256CEB6}" type="sibTrans" cxnId="{6D0F29A5-BA15-4454-85AB-401036736F98}">
      <dgm:prSet/>
      <dgm:spPr/>
      <dgm:t>
        <a:bodyPr/>
        <a:lstStyle/>
        <a:p>
          <a:endParaRPr lang="en-US"/>
        </a:p>
      </dgm:t>
    </dgm:pt>
    <dgm:pt modelId="{0436A2CE-B6EA-4BEE-A2EE-3D4580B11732}">
      <dgm:prSet phldrT="[Text]"/>
      <dgm:spPr/>
      <dgm:t>
        <a:bodyPr/>
        <a:lstStyle/>
        <a:p>
          <a:r>
            <a:rPr lang="en-US" dirty="0" smtClean="0"/>
            <a:t>95% of all clinical decisions are influenced by diagnostics — yet it represents only 5% of healthcare spending (Nat Health India / Expert Market Research)</a:t>
          </a:r>
          <a:endParaRPr lang="en-US" dirty="0"/>
        </a:p>
      </dgm:t>
    </dgm:pt>
    <dgm:pt modelId="{CF9612D4-02CE-473C-AC50-695218E924BE}" type="parTrans" cxnId="{7BBAD8EF-09E9-47B5-AB50-448B97BB9355}">
      <dgm:prSet/>
      <dgm:spPr/>
      <dgm:t>
        <a:bodyPr/>
        <a:lstStyle/>
        <a:p>
          <a:endParaRPr lang="en-US"/>
        </a:p>
      </dgm:t>
    </dgm:pt>
    <dgm:pt modelId="{68A953D0-AA74-4A1A-9C1F-18ED787F3639}" type="sibTrans" cxnId="{7BBAD8EF-09E9-47B5-AB50-448B97BB9355}">
      <dgm:prSet/>
      <dgm:spPr/>
      <dgm:t>
        <a:bodyPr/>
        <a:lstStyle/>
        <a:p>
          <a:endParaRPr lang="en-US"/>
        </a:p>
      </dgm:t>
    </dgm:pt>
    <dgm:pt modelId="{B381616B-C77A-455F-A008-463F966CB626}">
      <dgm:prSet phldrT="[Text]"/>
      <dgm:spPr/>
      <dgm:t>
        <a:bodyPr/>
        <a:lstStyle/>
        <a:p>
          <a:r>
            <a:rPr lang="en-US" dirty="0" smtClean="0"/>
            <a:t>36% of women, 29% of men in India lack awareness of basic health indicators (NFHS-5, National Family Health Survey)</a:t>
          </a:r>
          <a:endParaRPr lang="en-US" dirty="0"/>
        </a:p>
      </dgm:t>
    </dgm:pt>
    <dgm:pt modelId="{6FF925DB-3EE1-4708-B1C9-FA6AD492AD14}" type="parTrans" cxnId="{AB5ED49C-C740-4F85-91CB-F6B559AE9CA7}">
      <dgm:prSet/>
      <dgm:spPr/>
      <dgm:t>
        <a:bodyPr/>
        <a:lstStyle/>
        <a:p>
          <a:endParaRPr lang="en-US"/>
        </a:p>
      </dgm:t>
    </dgm:pt>
    <dgm:pt modelId="{3CEB7E64-AC6E-4615-A0E6-D25058D301B3}" type="sibTrans" cxnId="{AB5ED49C-C740-4F85-91CB-F6B559AE9CA7}">
      <dgm:prSet/>
      <dgm:spPr/>
      <dgm:t>
        <a:bodyPr/>
        <a:lstStyle/>
        <a:p>
          <a:endParaRPr lang="en-US"/>
        </a:p>
      </dgm:t>
    </dgm:pt>
    <dgm:pt modelId="{47984F80-B30E-452C-A7CD-E964856C1547}" type="pres">
      <dgm:prSet presAssocID="{58056D0F-37C6-49D3-A5F3-3886B9D5C37E}" presName="Name0" presStyleCnt="0">
        <dgm:presLayoutVars>
          <dgm:dir/>
          <dgm:resizeHandles val="exact"/>
        </dgm:presLayoutVars>
      </dgm:prSet>
      <dgm:spPr/>
    </dgm:pt>
    <dgm:pt modelId="{27DE9353-7AF8-4080-B68B-658DA25B532D}" type="pres">
      <dgm:prSet presAssocID="{3F6084D1-DE33-458F-BD95-4BB08DF0818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32E987-CF98-4E1D-9094-40D84A8A7BA0}" type="pres">
      <dgm:prSet presAssocID="{7B2E580D-775F-4C18-BB9B-9E130256CEB6}" presName="sibTrans" presStyleLbl="sibTrans2D1" presStyleIdx="0" presStyleCnt="2"/>
      <dgm:spPr/>
    </dgm:pt>
    <dgm:pt modelId="{39EEDAEC-1BA9-4B8B-B3C7-A6173659FD43}" type="pres">
      <dgm:prSet presAssocID="{7B2E580D-775F-4C18-BB9B-9E130256CEB6}" presName="connectorText" presStyleLbl="sibTrans2D1" presStyleIdx="0" presStyleCnt="2"/>
      <dgm:spPr/>
    </dgm:pt>
    <dgm:pt modelId="{94DC72B9-5102-46E5-9A8B-46C37D6825B3}" type="pres">
      <dgm:prSet presAssocID="{0436A2CE-B6EA-4BEE-A2EE-3D4580B1173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1CFD73-8D17-4314-9DAF-A3C2B4A0075A}" type="pres">
      <dgm:prSet presAssocID="{68A953D0-AA74-4A1A-9C1F-18ED787F3639}" presName="sibTrans" presStyleLbl="sibTrans2D1" presStyleIdx="1" presStyleCnt="2"/>
      <dgm:spPr/>
    </dgm:pt>
    <dgm:pt modelId="{03694C26-E0F0-4B0C-AFB4-2B888093F5DA}" type="pres">
      <dgm:prSet presAssocID="{68A953D0-AA74-4A1A-9C1F-18ED787F3639}" presName="connectorText" presStyleLbl="sibTrans2D1" presStyleIdx="1" presStyleCnt="2"/>
      <dgm:spPr/>
    </dgm:pt>
    <dgm:pt modelId="{9A427A2B-60BF-435D-AF14-2B635E3D3011}" type="pres">
      <dgm:prSet presAssocID="{B381616B-C77A-455F-A008-463F966CB62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C1122C-672F-4541-8042-34699F42A39E}" type="presOf" srcId="{0436A2CE-B6EA-4BEE-A2EE-3D4580B11732}" destId="{94DC72B9-5102-46E5-9A8B-46C37D6825B3}" srcOrd="0" destOrd="0" presId="urn:microsoft.com/office/officeart/2005/8/layout/process1"/>
    <dgm:cxn modelId="{EF41376C-B377-4993-8A99-1E7574BA612E}" type="presOf" srcId="{3F6084D1-DE33-458F-BD95-4BB08DF0818F}" destId="{27DE9353-7AF8-4080-B68B-658DA25B532D}" srcOrd="0" destOrd="0" presId="urn:microsoft.com/office/officeart/2005/8/layout/process1"/>
    <dgm:cxn modelId="{0D8A5414-91DB-467A-9A82-AE41A87D00CB}" type="presOf" srcId="{68A953D0-AA74-4A1A-9C1F-18ED787F3639}" destId="{441CFD73-8D17-4314-9DAF-A3C2B4A0075A}" srcOrd="0" destOrd="0" presId="urn:microsoft.com/office/officeart/2005/8/layout/process1"/>
    <dgm:cxn modelId="{7BBAD8EF-09E9-47B5-AB50-448B97BB9355}" srcId="{58056D0F-37C6-49D3-A5F3-3886B9D5C37E}" destId="{0436A2CE-B6EA-4BEE-A2EE-3D4580B11732}" srcOrd="1" destOrd="0" parTransId="{CF9612D4-02CE-473C-AC50-695218E924BE}" sibTransId="{68A953D0-AA74-4A1A-9C1F-18ED787F3639}"/>
    <dgm:cxn modelId="{2EA51002-3557-43C4-BF2B-B915B4900AC6}" type="presOf" srcId="{58056D0F-37C6-49D3-A5F3-3886B9D5C37E}" destId="{47984F80-B30E-452C-A7CD-E964856C1547}" srcOrd="0" destOrd="0" presId="urn:microsoft.com/office/officeart/2005/8/layout/process1"/>
    <dgm:cxn modelId="{95729B3B-65EC-4A4C-84B7-46124BC632AF}" type="presOf" srcId="{68A953D0-AA74-4A1A-9C1F-18ED787F3639}" destId="{03694C26-E0F0-4B0C-AFB4-2B888093F5DA}" srcOrd="1" destOrd="0" presId="urn:microsoft.com/office/officeart/2005/8/layout/process1"/>
    <dgm:cxn modelId="{BE35B19A-7647-4E56-9341-A38A3419DF02}" type="presOf" srcId="{7B2E580D-775F-4C18-BB9B-9E130256CEB6}" destId="{39EEDAEC-1BA9-4B8B-B3C7-A6173659FD43}" srcOrd="1" destOrd="0" presId="urn:microsoft.com/office/officeart/2005/8/layout/process1"/>
    <dgm:cxn modelId="{DA20A86B-A40C-4D03-8691-B52738033000}" type="presOf" srcId="{7B2E580D-775F-4C18-BB9B-9E130256CEB6}" destId="{9632E987-CF98-4E1D-9094-40D84A8A7BA0}" srcOrd="0" destOrd="0" presId="urn:microsoft.com/office/officeart/2005/8/layout/process1"/>
    <dgm:cxn modelId="{603244B0-573A-47AA-8B64-2F04B8BCA374}" type="presOf" srcId="{B381616B-C77A-455F-A008-463F966CB626}" destId="{9A427A2B-60BF-435D-AF14-2B635E3D3011}" srcOrd="0" destOrd="0" presId="urn:microsoft.com/office/officeart/2005/8/layout/process1"/>
    <dgm:cxn modelId="{6D0F29A5-BA15-4454-85AB-401036736F98}" srcId="{58056D0F-37C6-49D3-A5F3-3886B9D5C37E}" destId="{3F6084D1-DE33-458F-BD95-4BB08DF0818F}" srcOrd="0" destOrd="0" parTransId="{B5F28434-320A-4CA7-AD48-1FCC2B9A62C1}" sibTransId="{7B2E580D-775F-4C18-BB9B-9E130256CEB6}"/>
    <dgm:cxn modelId="{AB5ED49C-C740-4F85-91CB-F6B559AE9CA7}" srcId="{58056D0F-37C6-49D3-A5F3-3886B9D5C37E}" destId="{B381616B-C77A-455F-A008-463F966CB626}" srcOrd="2" destOrd="0" parTransId="{6FF925DB-3EE1-4708-B1C9-FA6AD492AD14}" sibTransId="{3CEB7E64-AC6E-4615-A0E6-D25058D301B3}"/>
    <dgm:cxn modelId="{302DF3A8-4F99-4A76-8AC7-27C694E28543}" type="presParOf" srcId="{47984F80-B30E-452C-A7CD-E964856C1547}" destId="{27DE9353-7AF8-4080-B68B-658DA25B532D}" srcOrd="0" destOrd="0" presId="urn:microsoft.com/office/officeart/2005/8/layout/process1"/>
    <dgm:cxn modelId="{C3CE28A1-4E50-44C1-A961-EB4DDC7EB008}" type="presParOf" srcId="{47984F80-B30E-452C-A7CD-E964856C1547}" destId="{9632E987-CF98-4E1D-9094-40D84A8A7BA0}" srcOrd="1" destOrd="0" presId="urn:microsoft.com/office/officeart/2005/8/layout/process1"/>
    <dgm:cxn modelId="{38E32519-2C9B-4BAC-BA11-7BCF3DD35CF0}" type="presParOf" srcId="{9632E987-CF98-4E1D-9094-40D84A8A7BA0}" destId="{39EEDAEC-1BA9-4B8B-B3C7-A6173659FD43}" srcOrd="0" destOrd="0" presId="urn:microsoft.com/office/officeart/2005/8/layout/process1"/>
    <dgm:cxn modelId="{FE35DE13-F213-4595-85D6-E6886A71B5C2}" type="presParOf" srcId="{47984F80-B30E-452C-A7CD-E964856C1547}" destId="{94DC72B9-5102-46E5-9A8B-46C37D6825B3}" srcOrd="2" destOrd="0" presId="urn:microsoft.com/office/officeart/2005/8/layout/process1"/>
    <dgm:cxn modelId="{0EDA22A8-85AE-46C9-BFDE-72494820008B}" type="presParOf" srcId="{47984F80-B30E-452C-A7CD-E964856C1547}" destId="{441CFD73-8D17-4314-9DAF-A3C2B4A0075A}" srcOrd="3" destOrd="0" presId="urn:microsoft.com/office/officeart/2005/8/layout/process1"/>
    <dgm:cxn modelId="{3E094EB2-C8E7-4C70-B614-B4769F3E702F}" type="presParOf" srcId="{441CFD73-8D17-4314-9DAF-A3C2B4A0075A}" destId="{03694C26-E0F0-4B0C-AFB4-2B888093F5DA}" srcOrd="0" destOrd="0" presId="urn:microsoft.com/office/officeart/2005/8/layout/process1"/>
    <dgm:cxn modelId="{D67A133E-AD96-4DF2-9A70-DB768542CEF9}" type="presParOf" srcId="{47984F80-B30E-452C-A7CD-E964856C1547}" destId="{9A427A2B-60BF-435D-AF14-2B635E3D301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87CCF9-6AD0-42D3-9058-F97C1A59CF2D}" type="doc">
      <dgm:prSet loTypeId="urn:microsoft.com/office/officeart/2005/8/layout/hProcess4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15375F-C9CA-4347-BC4B-62F43FD6F7D3}">
      <dgm:prSet phldrT="[Text]" custT="1"/>
      <dgm:spPr/>
      <dgm:t>
        <a:bodyPr/>
        <a:lstStyle/>
        <a:p>
          <a:r>
            <a:rPr lang="en-US" sz="1100" dirty="0" smtClean="0"/>
            <a:t>Any Indian Lab PDF / Photo</a:t>
          </a:r>
          <a:endParaRPr lang="en-US" sz="1100" dirty="0"/>
        </a:p>
      </dgm:t>
    </dgm:pt>
    <dgm:pt modelId="{67233F3C-C0A9-4BCD-8476-AD73788A0BCF}" type="parTrans" cxnId="{040CD324-12DF-4779-B8C3-A5CA303FDFAD}">
      <dgm:prSet/>
      <dgm:spPr/>
      <dgm:t>
        <a:bodyPr/>
        <a:lstStyle/>
        <a:p>
          <a:endParaRPr lang="en-US"/>
        </a:p>
      </dgm:t>
    </dgm:pt>
    <dgm:pt modelId="{1DB9918D-C370-4943-9CDB-D7118007D6BC}" type="sibTrans" cxnId="{040CD324-12DF-4779-B8C3-A5CA303FDFAD}">
      <dgm:prSet/>
      <dgm:spPr/>
      <dgm:t>
        <a:bodyPr/>
        <a:lstStyle/>
        <a:p>
          <a:endParaRPr lang="en-US"/>
        </a:p>
      </dgm:t>
    </dgm:pt>
    <dgm:pt modelId="{3B0B879B-BC08-4195-BEF2-05F11E9F4AAB}">
      <dgm:prSet phldrT="[Text]" custT="1"/>
      <dgm:spPr/>
      <dgm:t>
        <a:bodyPr/>
        <a:lstStyle/>
        <a:p>
          <a:r>
            <a:rPr lang="en-US" sz="1100" dirty="0" smtClean="0"/>
            <a:t>PyMupdf/Azure Document Intelligence</a:t>
          </a:r>
        </a:p>
      </dgm:t>
    </dgm:pt>
    <dgm:pt modelId="{276AEB90-4F3F-41C1-9D62-8819E32D7908}" type="parTrans" cxnId="{986C8A88-B66B-442C-B82F-7CACFFFEEE81}">
      <dgm:prSet/>
      <dgm:spPr/>
      <dgm:t>
        <a:bodyPr/>
        <a:lstStyle/>
        <a:p>
          <a:endParaRPr lang="en-US"/>
        </a:p>
      </dgm:t>
    </dgm:pt>
    <dgm:pt modelId="{9B4704D0-C30A-4A93-B980-C4AA31FA9B27}" type="sibTrans" cxnId="{986C8A88-B66B-442C-B82F-7CACFFFEEE81}">
      <dgm:prSet/>
      <dgm:spPr/>
      <dgm:t>
        <a:bodyPr/>
        <a:lstStyle/>
        <a:p>
          <a:endParaRPr lang="en-US"/>
        </a:p>
      </dgm:t>
    </dgm:pt>
    <dgm:pt modelId="{F87CA370-99E2-44F1-BC58-3178863BF23A}">
      <dgm:prSet phldrT="[Text]" custT="1"/>
      <dgm:spPr/>
      <dgm:t>
        <a:bodyPr/>
        <a:lstStyle/>
        <a:p>
          <a:r>
            <a:rPr lang="en-US" sz="1000" dirty="0" smtClean="0"/>
            <a:t>OCR + table </a:t>
          </a:r>
          <a:r>
            <a:rPr lang="en-US" sz="1100" dirty="0" smtClean="0"/>
            <a:t>extraction</a:t>
          </a:r>
          <a:endParaRPr lang="en-US" sz="1000" dirty="0"/>
        </a:p>
      </dgm:t>
    </dgm:pt>
    <dgm:pt modelId="{A9EA536F-E47B-4E1D-A717-88688878D1D3}" type="parTrans" cxnId="{787BCCA1-9BC1-4523-93B3-07A692825669}">
      <dgm:prSet/>
      <dgm:spPr/>
      <dgm:t>
        <a:bodyPr/>
        <a:lstStyle/>
        <a:p>
          <a:endParaRPr lang="en-US"/>
        </a:p>
      </dgm:t>
    </dgm:pt>
    <dgm:pt modelId="{6192C932-CB38-483B-AE39-9A89D5CBA25D}" type="sibTrans" cxnId="{787BCCA1-9BC1-4523-93B3-07A692825669}">
      <dgm:prSet/>
      <dgm:spPr/>
      <dgm:t>
        <a:bodyPr/>
        <a:lstStyle/>
        <a:p>
          <a:endParaRPr lang="en-US"/>
        </a:p>
      </dgm:t>
    </dgm:pt>
    <dgm:pt modelId="{4FE671ED-5558-4AD8-8CA5-CAA4E3A8B0C6}">
      <dgm:prSet phldrT="[Text]" custT="1"/>
      <dgm:spPr/>
      <dgm:t>
        <a:bodyPr/>
        <a:lstStyle/>
        <a:p>
          <a:r>
            <a:rPr lang="en-US" sz="1100" dirty="0" smtClean="0"/>
            <a:t>PII Stripper</a:t>
          </a:r>
        </a:p>
      </dgm:t>
    </dgm:pt>
    <dgm:pt modelId="{C3309151-1442-440E-B6EC-E104D2FCFC69}" type="parTrans" cxnId="{F96D6190-83DE-4DF4-8130-F92AE90D2360}">
      <dgm:prSet/>
      <dgm:spPr/>
      <dgm:t>
        <a:bodyPr/>
        <a:lstStyle/>
        <a:p>
          <a:endParaRPr lang="en-US"/>
        </a:p>
      </dgm:t>
    </dgm:pt>
    <dgm:pt modelId="{052174F9-A6BB-4FA1-A922-E8525BCE61AE}" type="sibTrans" cxnId="{F96D6190-83DE-4DF4-8130-F92AE90D2360}">
      <dgm:prSet/>
      <dgm:spPr/>
      <dgm:t>
        <a:bodyPr/>
        <a:lstStyle/>
        <a:p>
          <a:endParaRPr lang="en-US"/>
        </a:p>
      </dgm:t>
    </dgm:pt>
    <dgm:pt modelId="{951180E7-F4A6-4811-911B-1E1D5CA9D85F}">
      <dgm:prSet phldrT="[Text]" custT="1"/>
      <dgm:spPr/>
      <dgm:t>
        <a:bodyPr/>
        <a:lstStyle/>
        <a:p>
          <a:r>
            <a:rPr lang="en-US" sz="1000" dirty="0" smtClean="0"/>
            <a:t>   Name, phone, address removed</a:t>
          </a:r>
          <a:endParaRPr lang="en-US" sz="1000" dirty="0"/>
        </a:p>
      </dgm:t>
    </dgm:pt>
    <dgm:pt modelId="{BE3DAEFC-CDCB-409C-AA7E-8877371CC82A}" type="parTrans" cxnId="{F70495C6-769E-4F4B-87EF-0A15B589FE3A}">
      <dgm:prSet/>
      <dgm:spPr/>
      <dgm:t>
        <a:bodyPr/>
        <a:lstStyle/>
        <a:p>
          <a:endParaRPr lang="en-US"/>
        </a:p>
      </dgm:t>
    </dgm:pt>
    <dgm:pt modelId="{B25DE403-4040-4885-84C8-8ED7AD23FE70}" type="sibTrans" cxnId="{F70495C6-769E-4F4B-87EF-0A15B589FE3A}">
      <dgm:prSet/>
      <dgm:spPr/>
      <dgm:t>
        <a:bodyPr/>
        <a:lstStyle/>
        <a:p>
          <a:endParaRPr lang="en-US"/>
        </a:p>
      </dgm:t>
    </dgm:pt>
    <dgm:pt modelId="{51E49180-C0E3-49E1-840E-1AE7B561D434}">
      <dgm:prSet custT="1"/>
      <dgm:spPr/>
      <dgm:t>
        <a:bodyPr/>
        <a:lstStyle/>
        <a:p>
          <a:r>
            <a:rPr lang="en-US" sz="1000" smtClean="0"/>
            <a:t>   AI never sees patient identity</a:t>
          </a:r>
          <a:endParaRPr lang="en-US" sz="1000" dirty="0"/>
        </a:p>
      </dgm:t>
    </dgm:pt>
    <dgm:pt modelId="{F88D5C84-3368-4E16-8413-9716690F9355}" type="parTrans" cxnId="{764A6FE6-86AE-4F12-9BC8-A1238CD56D16}">
      <dgm:prSet/>
      <dgm:spPr/>
      <dgm:t>
        <a:bodyPr/>
        <a:lstStyle/>
        <a:p>
          <a:endParaRPr lang="en-US"/>
        </a:p>
      </dgm:t>
    </dgm:pt>
    <dgm:pt modelId="{4321D002-4B9F-4364-BC07-F0616A15FD2F}" type="sibTrans" cxnId="{764A6FE6-86AE-4F12-9BC8-A1238CD56D16}">
      <dgm:prSet/>
      <dgm:spPr/>
      <dgm:t>
        <a:bodyPr/>
        <a:lstStyle/>
        <a:p>
          <a:endParaRPr lang="en-US"/>
        </a:p>
      </dgm:t>
    </dgm:pt>
    <dgm:pt modelId="{8929E459-5AF5-46B3-BC35-2D3B5C692E49}">
      <dgm:prSet custT="1"/>
      <dgm:spPr/>
      <dgm:t>
        <a:bodyPr/>
        <a:lstStyle/>
        <a:p>
          <a:r>
            <a:rPr lang="en-US" sz="1100" dirty="0" smtClean="0"/>
            <a:t>Groq Llama 3.3-70b</a:t>
          </a:r>
          <a:endParaRPr lang="en-US" sz="1100" dirty="0"/>
        </a:p>
      </dgm:t>
    </dgm:pt>
    <dgm:pt modelId="{D6CA2DE6-149F-452E-B630-7A2F2DAB38EC}" type="parTrans" cxnId="{70A0FE5D-BC4B-45E6-8418-3DE609C08020}">
      <dgm:prSet/>
      <dgm:spPr/>
      <dgm:t>
        <a:bodyPr/>
        <a:lstStyle/>
        <a:p>
          <a:endParaRPr lang="en-US"/>
        </a:p>
      </dgm:t>
    </dgm:pt>
    <dgm:pt modelId="{D3488086-C69D-4B84-997C-252F8D403080}" type="sibTrans" cxnId="{70A0FE5D-BC4B-45E6-8418-3DE609C08020}">
      <dgm:prSet/>
      <dgm:spPr/>
      <dgm:t>
        <a:bodyPr/>
        <a:lstStyle/>
        <a:p>
          <a:endParaRPr lang="en-US"/>
        </a:p>
      </dgm:t>
    </dgm:pt>
    <dgm:pt modelId="{80736753-BA03-48FC-B1A0-1F3B8EFF6B4A}">
      <dgm:prSet custT="1"/>
      <dgm:spPr/>
      <dgm:t>
        <a:bodyPr/>
        <a:lstStyle/>
        <a:p>
          <a:r>
            <a:rPr lang="en-US" sz="1100" dirty="0" smtClean="0"/>
            <a:t>ICMR Verification Engine</a:t>
          </a:r>
          <a:endParaRPr lang="en-US" sz="1100" dirty="0"/>
        </a:p>
      </dgm:t>
    </dgm:pt>
    <dgm:pt modelId="{46F7303B-02B3-40EE-BB04-4B8527D7635F}" type="parTrans" cxnId="{69BB0120-50B9-4505-9AFA-53ECDB2C34C4}">
      <dgm:prSet/>
      <dgm:spPr/>
      <dgm:t>
        <a:bodyPr/>
        <a:lstStyle/>
        <a:p>
          <a:endParaRPr lang="en-US"/>
        </a:p>
      </dgm:t>
    </dgm:pt>
    <dgm:pt modelId="{7C195BF5-3C90-495B-AE44-F2B1EF70D2A0}" type="sibTrans" cxnId="{69BB0120-50B9-4505-9AFA-53ECDB2C34C4}">
      <dgm:prSet/>
      <dgm:spPr/>
      <dgm:t>
        <a:bodyPr/>
        <a:lstStyle/>
        <a:p>
          <a:endParaRPr lang="en-US"/>
        </a:p>
      </dgm:t>
    </dgm:pt>
    <dgm:pt modelId="{52291317-08B8-44D4-8E9F-FEF36DCD452C}">
      <dgm:prSet custT="1"/>
      <dgm:spPr/>
      <dgm:t>
        <a:bodyPr/>
        <a:lstStyle/>
        <a:p>
          <a:r>
            <a:rPr lang="en-US" sz="1000" dirty="0" smtClean="0"/>
            <a:t>   Biomarker extraction → structured JSON</a:t>
          </a:r>
          <a:endParaRPr lang="en-US" sz="1000" dirty="0"/>
        </a:p>
      </dgm:t>
    </dgm:pt>
    <dgm:pt modelId="{D6FB167B-E688-452D-B560-1FB30F2E9B86}" type="parTrans" cxnId="{CD3CF990-73F5-4DB4-9C11-4918B3B2F412}">
      <dgm:prSet/>
      <dgm:spPr/>
      <dgm:t>
        <a:bodyPr/>
        <a:lstStyle/>
        <a:p>
          <a:endParaRPr lang="en-US"/>
        </a:p>
      </dgm:t>
    </dgm:pt>
    <dgm:pt modelId="{A2E2BBF5-4252-478F-B10E-93CC490D98F1}" type="sibTrans" cxnId="{CD3CF990-73F5-4DB4-9C11-4918B3B2F412}">
      <dgm:prSet/>
      <dgm:spPr/>
      <dgm:t>
        <a:bodyPr/>
        <a:lstStyle/>
        <a:p>
          <a:endParaRPr lang="en-US"/>
        </a:p>
      </dgm:t>
    </dgm:pt>
    <dgm:pt modelId="{DE5D736A-F02F-4ACC-93A7-2F95C63A8527}">
      <dgm:prSet custT="1"/>
      <dgm:spPr/>
      <dgm:t>
        <a:bodyPr/>
        <a:lstStyle/>
        <a:p>
          <a:r>
            <a:rPr lang="en-US" sz="800" smtClean="0"/>
            <a:t>   60+ biomarkers, Indian population ranges</a:t>
          </a:r>
          <a:endParaRPr lang="en-US" sz="800" dirty="0"/>
        </a:p>
      </dgm:t>
    </dgm:pt>
    <dgm:pt modelId="{9B2C047B-6BA3-499A-8771-139C25408812}" type="parTrans" cxnId="{B6C8DA12-BD78-4A89-A601-F3F3C01E446F}">
      <dgm:prSet/>
      <dgm:spPr/>
      <dgm:t>
        <a:bodyPr/>
        <a:lstStyle/>
        <a:p>
          <a:endParaRPr lang="en-US"/>
        </a:p>
      </dgm:t>
    </dgm:pt>
    <dgm:pt modelId="{EA508843-FFF3-4DD2-A994-203C973138AE}" type="sibTrans" cxnId="{B6C8DA12-BD78-4A89-A601-F3F3C01E446F}">
      <dgm:prSet/>
      <dgm:spPr/>
      <dgm:t>
        <a:bodyPr/>
        <a:lstStyle/>
        <a:p>
          <a:endParaRPr lang="en-US"/>
        </a:p>
      </dgm:t>
    </dgm:pt>
    <dgm:pt modelId="{BF30115B-CD96-4E65-A03E-40378AB25B78}">
      <dgm:prSet custT="1"/>
      <dgm:spPr/>
      <dgm:t>
        <a:bodyPr/>
        <a:lstStyle/>
        <a:p>
          <a:r>
            <a:rPr lang="en-US" sz="800" dirty="0" smtClean="0"/>
            <a:t>   Gender &amp; age-specific thresholds</a:t>
          </a:r>
          <a:endParaRPr lang="en-US" sz="800" dirty="0"/>
        </a:p>
      </dgm:t>
    </dgm:pt>
    <dgm:pt modelId="{A81BEDC8-08EB-42B8-95B7-A397BDDCFF2C}" type="parTrans" cxnId="{FA3D661E-35A3-470D-8DF3-B92E6D3723D1}">
      <dgm:prSet/>
      <dgm:spPr/>
      <dgm:t>
        <a:bodyPr/>
        <a:lstStyle/>
        <a:p>
          <a:endParaRPr lang="en-US"/>
        </a:p>
      </dgm:t>
    </dgm:pt>
    <dgm:pt modelId="{5FF7C600-0FCF-48B7-9AB5-D3EED3D5DAF6}" type="sibTrans" cxnId="{FA3D661E-35A3-470D-8DF3-B92E6D3723D1}">
      <dgm:prSet/>
      <dgm:spPr/>
      <dgm:t>
        <a:bodyPr/>
        <a:lstStyle/>
        <a:p>
          <a:endParaRPr lang="en-US"/>
        </a:p>
      </dgm:t>
    </dgm:pt>
    <dgm:pt modelId="{C71F4D6F-07AA-4531-AC49-5B4CDF4BC4E0}">
      <dgm:prSet custT="1"/>
      <dgm:spPr/>
      <dgm:t>
        <a:bodyPr/>
        <a:lstStyle/>
        <a:p>
          <a:r>
            <a:rPr lang="en-US" sz="800" dirty="0" smtClean="0"/>
            <a:t>   Physiological bounds check</a:t>
          </a:r>
          <a:endParaRPr lang="en-US" sz="800" dirty="0"/>
        </a:p>
      </dgm:t>
    </dgm:pt>
    <dgm:pt modelId="{CFCD57F0-9B72-412A-9275-19B83DF19BF0}" type="parTrans" cxnId="{D307613C-17E0-475B-8961-BED987D656D9}">
      <dgm:prSet/>
      <dgm:spPr/>
      <dgm:t>
        <a:bodyPr/>
        <a:lstStyle/>
        <a:p>
          <a:endParaRPr lang="en-US"/>
        </a:p>
      </dgm:t>
    </dgm:pt>
    <dgm:pt modelId="{1EDA35DF-B53E-475F-AEF6-EE49218B94B9}" type="sibTrans" cxnId="{D307613C-17E0-475B-8961-BED987D656D9}">
      <dgm:prSet/>
      <dgm:spPr/>
      <dgm:t>
        <a:bodyPr/>
        <a:lstStyle/>
        <a:p>
          <a:endParaRPr lang="en-US"/>
        </a:p>
      </dgm:t>
    </dgm:pt>
    <dgm:pt modelId="{1602C2A5-8144-41E9-B934-B3373E3A6B33}">
      <dgm:prSet custT="1"/>
      <dgm:spPr/>
      <dgm:t>
        <a:bodyPr/>
        <a:lstStyle/>
        <a:p>
          <a:r>
            <a:rPr lang="en-US" sz="1100" dirty="0" smtClean="0"/>
            <a:t>Deterministic Severity Engine  ← NO AI HERE</a:t>
          </a:r>
          <a:endParaRPr lang="en-US" sz="1100" dirty="0"/>
        </a:p>
      </dgm:t>
    </dgm:pt>
    <dgm:pt modelId="{1FF53AEB-B38F-48B3-90D3-D40E3E728041}" type="parTrans" cxnId="{21C2ED3A-62A8-4B70-A817-3C60AF92C60D}">
      <dgm:prSet/>
      <dgm:spPr/>
      <dgm:t>
        <a:bodyPr/>
        <a:lstStyle/>
        <a:p>
          <a:endParaRPr lang="en-US"/>
        </a:p>
      </dgm:t>
    </dgm:pt>
    <dgm:pt modelId="{55D221D0-E9CE-4C92-AE07-28B053FE19C3}" type="sibTrans" cxnId="{21C2ED3A-62A8-4B70-A817-3C60AF92C60D}">
      <dgm:prSet/>
      <dgm:spPr/>
      <dgm:t>
        <a:bodyPr/>
        <a:lstStyle/>
        <a:p>
          <a:endParaRPr lang="en-US"/>
        </a:p>
      </dgm:t>
    </dgm:pt>
    <dgm:pt modelId="{1C900D74-5F13-4BD9-967E-0BAC381293B1}">
      <dgm:prSet custT="1"/>
      <dgm:spPr/>
      <dgm:t>
        <a:bodyPr/>
        <a:lstStyle/>
        <a:p>
          <a:r>
            <a:rPr lang="en-US" sz="1000" dirty="0" smtClean="0"/>
            <a:t>   EMERGENCY / ACT NOW / WATCH / NORMAL</a:t>
          </a:r>
          <a:endParaRPr lang="en-US" sz="1000" dirty="0"/>
        </a:p>
      </dgm:t>
    </dgm:pt>
    <dgm:pt modelId="{FB98CEC9-81CA-4539-90EC-E519137E4569}" type="parTrans" cxnId="{14E201C9-403F-4344-9230-C6385F3058A9}">
      <dgm:prSet/>
      <dgm:spPr/>
      <dgm:t>
        <a:bodyPr/>
        <a:lstStyle/>
        <a:p>
          <a:endParaRPr lang="en-US"/>
        </a:p>
      </dgm:t>
    </dgm:pt>
    <dgm:pt modelId="{B167355B-1FE4-4CF9-8D18-9B9D57EA98FC}" type="sibTrans" cxnId="{14E201C9-403F-4344-9230-C6385F3058A9}">
      <dgm:prSet/>
      <dgm:spPr/>
      <dgm:t>
        <a:bodyPr/>
        <a:lstStyle/>
        <a:p>
          <a:endParaRPr lang="en-US"/>
        </a:p>
      </dgm:t>
    </dgm:pt>
    <dgm:pt modelId="{7CB4256C-3B9F-42FC-B5E2-BD1784D0E9BE}">
      <dgm:prSet custT="1"/>
      <dgm:spPr/>
      <dgm:t>
        <a:bodyPr/>
        <a:lstStyle/>
        <a:p>
          <a:r>
            <a:rPr lang="en-US" sz="1000" dirty="0" smtClean="0"/>
            <a:t>   Rules-based. Reproducible. Auditable.</a:t>
          </a:r>
          <a:endParaRPr lang="en-US" sz="1000" dirty="0"/>
        </a:p>
      </dgm:t>
    </dgm:pt>
    <dgm:pt modelId="{8BDBC3BD-E977-4759-BAEE-ECC8A884243B}" type="parTrans" cxnId="{2D53E650-C7DD-47FA-9602-1E9E73279344}">
      <dgm:prSet/>
      <dgm:spPr/>
      <dgm:t>
        <a:bodyPr/>
        <a:lstStyle/>
        <a:p>
          <a:endParaRPr lang="en-US"/>
        </a:p>
      </dgm:t>
    </dgm:pt>
    <dgm:pt modelId="{5A047C45-FBF9-435F-8C00-392B09B79119}" type="sibTrans" cxnId="{2D53E650-C7DD-47FA-9602-1E9E73279344}">
      <dgm:prSet/>
      <dgm:spPr/>
      <dgm:t>
        <a:bodyPr/>
        <a:lstStyle/>
        <a:p>
          <a:endParaRPr lang="en-US"/>
        </a:p>
      </dgm:t>
    </dgm:pt>
    <dgm:pt modelId="{9F9958D0-B3AD-469B-874B-84F21474CF6C}" type="pres">
      <dgm:prSet presAssocID="{CA87CCF9-6AD0-42D3-9058-F97C1A59CF2D}" presName="Name0" presStyleCnt="0">
        <dgm:presLayoutVars>
          <dgm:dir/>
          <dgm:animLvl val="lvl"/>
          <dgm:resizeHandles val="exact"/>
        </dgm:presLayoutVars>
      </dgm:prSet>
      <dgm:spPr/>
    </dgm:pt>
    <dgm:pt modelId="{8BF50725-26D3-486E-9BBE-275C637CE57D}" type="pres">
      <dgm:prSet presAssocID="{CA87CCF9-6AD0-42D3-9058-F97C1A59CF2D}" presName="tSp" presStyleCnt="0"/>
      <dgm:spPr/>
    </dgm:pt>
    <dgm:pt modelId="{A68F4B9C-B922-4826-835A-292B26E6DAD1}" type="pres">
      <dgm:prSet presAssocID="{CA87CCF9-6AD0-42D3-9058-F97C1A59CF2D}" presName="bSp" presStyleCnt="0"/>
      <dgm:spPr/>
    </dgm:pt>
    <dgm:pt modelId="{0E6DFE4E-49AE-432D-B965-FDF61557BAF4}" type="pres">
      <dgm:prSet presAssocID="{CA87CCF9-6AD0-42D3-9058-F97C1A59CF2D}" presName="process" presStyleCnt="0"/>
      <dgm:spPr/>
    </dgm:pt>
    <dgm:pt modelId="{BBDDAE39-66C2-4D17-8BEC-B97BBA45406C}" type="pres">
      <dgm:prSet presAssocID="{8515375F-C9CA-4347-BC4B-62F43FD6F7D3}" presName="composite1" presStyleCnt="0"/>
      <dgm:spPr/>
    </dgm:pt>
    <dgm:pt modelId="{A40FB8CA-4A72-48EA-80CC-DF23BB4AB85D}" type="pres">
      <dgm:prSet presAssocID="{8515375F-C9CA-4347-BC4B-62F43FD6F7D3}" presName="dummyNode1" presStyleLbl="node1" presStyleIdx="0" presStyleCnt="6"/>
      <dgm:spPr/>
    </dgm:pt>
    <dgm:pt modelId="{CDC7CEAA-184A-47C8-B936-05B62B24CD33}" type="pres">
      <dgm:prSet presAssocID="{8515375F-C9CA-4347-BC4B-62F43FD6F7D3}" presName="childNode1" presStyleLbl="bgAcc1" presStyleIdx="0" presStyleCnt="6" custScaleX="107238">
        <dgm:presLayoutVars>
          <dgm:bulletEnabled val="1"/>
        </dgm:presLayoutVars>
      </dgm:prSet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ECDCDBA-A584-43C9-8EFD-9DF5530F7B1A}" type="pres">
      <dgm:prSet presAssocID="{8515375F-C9CA-4347-BC4B-62F43FD6F7D3}" presName="childNode1tx" presStyleLbl="bgAcc1" presStyleIdx="0" presStyleCnt="6">
        <dgm:presLayoutVars>
          <dgm:bulletEnabled val="1"/>
        </dgm:presLayoutVars>
      </dgm:prSet>
      <dgm:spPr/>
    </dgm:pt>
    <dgm:pt modelId="{67EB272A-FEB5-4FF3-9496-32323E5E542C}" type="pres">
      <dgm:prSet presAssocID="{8515375F-C9CA-4347-BC4B-62F43FD6F7D3}" presName="parentNode1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CB231-8ADE-4B79-A4D6-7DC660224A1B}" type="pres">
      <dgm:prSet presAssocID="{8515375F-C9CA-4347-BC4B-62F43FD6F7D3}" presName="connSite1" presStyleCnt="0"/>
      <dgm:spPr/>
    </dgm:pt>
    <dgm:pt modelId="{83DCD3E5-42B8-41DC-8231-37D8B6686A84}" type="pres">
      <dgm:prSet presAssocID="{1DB9918D-C370-4943-9CDB-D7118007D6BC}" presName="Name9" presStyleLbl="sibTrans2D1" presStyleIdx="0" presStyleCnt="5"/>
      <dgm:spPr/>
    </dgm:pt>
    <dgm:pt modelId="{AF2641EB-DE4D-4556-A585-FFD3FB1C9F12}" type="pres">
      <dgm:prSet presAssocID="{3B0B879B-BC08-4195-BEF2-05F11E9F4AAB}" presName="composite2" presStyleCnt="0"/>
      <dgm:spPr/>
    </dgm:pt>
    <dgm:pt modelId="{B22EECBB-38F0-43CA-A751-1F5E4E6D4CBB}" type="pres">
      <dgm:prSet presAssocID="{3B0B879B-BC08-4195-BEF2-05F11E9F4AAB}" presName="dummyNode2" presStyleLbl="node1" presStyleIdx="0" presStyleCnt="6"/>
      <dgm:spPr/>
    </dgm:pt>
    <dgm:pt modelId="{CB3195F5-3F78-4ED9-B2AC-DDE593F19CFC}" type="pres">
      <dgm:prSet presAssocID="{3B0B879B-BC08-4195-BEF2-05F11E9F4AAB}" presName="childNode2" presStyleLbl="bg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44276-570F-4746-BD8B-F2B4C128E66C}" type="pres">
      <dgm:prSet presAssocID="{3B0B879B-BC08-4195-BEF2-05F11E9F4AAB}" presName="childNode2tx" presStyleLbl="bg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397CE6-90D0-4C00-8498-6F7E08957A0C}" type="pres">
      <dgm:prSet presAssocID="{3B0B879B-BC08-4195-BEF2-05F11E9F4AAB}" presName="parentNode2" presStyleLbl="node1" presStyleIdx="1" presStyleCnt="6" custScaleX="104600" custLinFactNeighborY="-175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BD3686-6BF7-411C-BC43-1E329C3C0B50}" type="pres">
      <dgm:prSet presAssocID="{3B0B879B-BC08-4195-BEF2-05F11E9F4AAB}" presName="connSite2" presStyleCnt="0"/>
      <dgm:spPr/>
    </dgm:pt>
    <dgm:pt modelId="{4833BC87-B9BD-44B6-BF42-31B0F5D4EFC0}" type="pres">
      <dgm:prSet presAssocID="{9B4704D0-C30A-4A93-B980-C4AA31FA9B27}" presName="Name18" presStyleLbl="sibTrans2D1" presStyleIdx="1" presStyleCnt="5"/>
      <dgm:spPr/>
    </dgm:pt>
    <dgm:pt modelId="{318D40F2-70DE-42F7-8810-144598BE2321}" type="pres">
      <dgm:prSet presAssocID="{4FE671ED-5558-4AD8-8CA5-CAA4E3A8B0C6}" presName="composite1" presStyleCnt="0"/>
      <dgm:spPr/>
    </dgm:pt>
    <dgm:pt modelId="{A79E975C-805F-4FE8-A7CD-2AD53861437F}" type="pres">
      <dgm:prSet presAssocID="{4FE671ED-5558-4AD8-8CA5-CAA4E3A8B0C6}" presName="dummyNode1" presStyleLbl="node1" presStyleIdx="1" presStyleCnt="6"/>
      <dgm:spPr/>
    </dgm:pt>
    <dgm:pt modelId="{0E47EC1F-AD15-46AD-B9B2-98E1E1A0BC89}" type="pres">
      <dgm:prSet presAssocID="{4FE671ED-5558-4AD8-8CA5-CAA4E3A8B0C6}" presName="childNode1" presStyleLbl="bg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168C20-2F87-446D-965B-033C6CA4E348}" type="pres">
      <dgm:prSet presAssocID="{4FE671ED-5558-4AD8-8CA5-CAA4E3A8B0C6}" presName="childNode1tx" presStyleLbl="bg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B104E2-5200-4D28-9174-EA0FDA47CA05}" type="pres">
      <dgm:prSet presAssocID="{4FE671ED-5558-4AD8-8CA5-CAA4E3A8B0C6}" presName="parentNode1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C27188-89A9-48BD-8CCE-F7F433141A34}" type="pres">
      <dgm:prSet presAssocID="{4FE671ED-5558-4AD8-8CA5-CAA4E3A8B0C6}" presName="connSite1" presStyleCnt="0"/>
      <dgm:spPr/>
    </dgm:pt>
    <dgm:pt modelId="{118D0176-2C9C-4C56-9817-AE1EDA842B24}" type="pres">
      <dgm:prSet presAssocID="{052174F9-A6BB-4FA1-A922-E8525BCE61AE}" presName="Name9" presStyleLbl="sibTrans2D1" presStyleIdx="2" presStyleCnt="5"/>
      <dgm:spPr/>
    </dgm:pt>
    <dgm:pt modelId="{939A7895-6C08-4B50-A455-A7F0D3E73706}" type="pres">
      <dgm:prSet presAssocID="{8929E459-5AF5-46B3-BC35-2D3B5C692E49}" presName="composite2" presStyleCnt="0"/>
      <dgm:spPr/>
    </dgm:pt>
    <dgm:pt modelId="{071EC943-F3A1-4BF6-8D0B-0C3A5D0F84B3}" type="pres">
      <dgm:prSet presAssocID="{8929E459-5AF5-46B3-BC35-2D3B5C692E49}" presName="dummyNode2" presStyleLbl="node1" presStyleIdx="2" presStyleCnt="6"/>
      <dgm:spPr/>
    </dgm:pt>
    <dgm:pt modelId="{7305D312-80D2-4ECD-BC45-9C9F0F7CB5FA}" type="pres">
      <dgm:prSet presAssocID="{8929E459-5AF5-46B3-BC35-2D3B5C692E49}" presName="childNode2" presStyleLbl="bg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D2FA39-6A75-47F2-ACC7-C9BB2C6AFAA9}" type="pres">
      <dgm:prSet presAssocID="{8929E459-5AF5-46B3-BC35-2D3B5C692E49}" presName="childNode2tx" presStyleLbl="bg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FDD072-68EF-441D-898B-A9248937E504}" type="pres">
      <dgm:prSet presAssocID="{8929E459-5AF5-46B3-BC35-2D3B5C692E49}" presName="parentNode2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7B2AE9-2E18-48C8-BA0D-6F8BA05BBF1C}" type="pres">
      <dgm:prSet presAssocID="{8929E459-5AF5-46B3-BC35-2D3B5C692E49}" presName="connSite2" presStyleCnt="0"/>
      <dgm:spPr/>
    </dgm:pt>
    <dgm:pt modelId="{B4AC6941-D7DB-4C50-B32B-16E8FC5EC52E}" type="pres">
      <dgm:prSet presAssocID="{D3488086-C69D-4B84-997C-252F8D403080}" presName="Name18" presStyleLbl="sibTrans2D1" presStyleIdx="3" presStyleCnt="5"/>
      <dgm:spPr/>
    </dgm:pt>
    <dgm:pt modelId="{8E376A55-4CA5-4B7B-BE58-BFB4FA1B8938}" type="pres">
      <dgm:prSet presAssocID="{80736753-BA03-48FC-B1A0-1F3B8EFF6B4A}" presName="composite1" presStyleCnt="0"/>
      <dgm:spPr/>
    </dgm:pt>
    <dgm:pt modelId="{5288EA9C-F6B2-4491-BAE1-E9F33F744759}" type="pres">
      <dgm:prSet presAssocID="{80736753-BA03-48FC-B1A0-1F3B8EFF6B4A}" presName="dummyNode1" presStyleLbl="node1" presStyleIdx="3" presStyleCnt="6"/>
      <dgm:spPr/>
    </dgm:pt>
    <dgm:pt modelId="{77A50C3A-A21D-4423-9649-FF96C85D1E3B}" type="pres">
      <dgm:prSet presAssocID="{80736753-BA03-48FC-B1A0-1F3B8EFF6B4A}" presName="childNode1" presStyleLbl="bg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5348D9-E499-48E7-A1C0-E3744FE00932}" type="pres">
      <dgm:prSet presAssocID="{80736753-BA03-48FC-B1A0-1F3B8EFF6B4A}" presName="childNode1tx" presStyleLbl="bg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E1758A-3C20-40D5-9B44-623C438441B8}" type="pres">
      <dgm:prSet presAssocID="{80736753-BA03-48FC-B1A0-1F3B8EFF6B4A}" presName="parentNode1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37253B-2E15-4A0C-83C5-839B9993EDB7}" type="pres">
      <dgm:prSet presAssocID="{80736753-BA03-48FC-B1A0-1F3B8EFF6B4A}" presName="connSite1" presStyleCnt="0"/>
      <dgm:spPr/>
    </dgm:pt>
    <dgm:pt modelId="{8852AA6C-19D7-4E2C-AA38-B006C32832E9}" type="pres">
      <dgm:prSet presAssocID="{7C195BF5-3C90-495B-AE44-F2B1EF70D2A0}" presName="Name9" presStyleLbl="sibTrans2D1" presStyleIdx="4" presStyleCnt="5"/>
      <dgm:spPr/>
    </dgm:pt>
    <dgm:pt modelId="{BF23884E-37BE-4F7E-96B7-91306AC1720F}" type="pres">
      <dgm:prSet presAssocID="{1602C2A5-8144-41E9-B934-B3373E3A6B33}" presName="composite2" presStyleCnt="0"/>
      <dgm:spPr/>
    </dgm:pt>
    <dgm:pt modelId="{E267F1B6-4562-4E5F-99A5-BD2AA2E7202C}" type="pres">
      <dgm:prSet presAssocID="{1602C2A5-8144-41E9-B934-B3373E3A6B33}" presName="dummyNode2" presStyleLbl="node1" presStyleIdx="4" presStyleCnt="6"/>
      <dgm:spPr/>
    </dgm:pt>
    <dgm:pt modelId="{EF313CF8-CCF4-465B-A821-66D83F8723C4}" type="pres">
      <dgm:prSet presAssocID="{1602C2A5-8144-41E9-B934-B3373E3A6B33}" presName="childNode2" presStyleLbl="bgAcc1" presStyleIdx="5" presStyleCnt="6" custLinFactNeighborX="955" custLinFactNeighborY="-33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BBF9-E599-42E1-8BC6-67E05FF3EFF2}" type="pres">
      <dgm:prSet presAssocID="{1602C2A5-8144-41E9-B934-B3373E3A6B33}" presName="childNode2tx" presStyleLbl="bg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08A34B-834E-4EE2-A6E3-8836FD7A498F}" type="pres">
      <dgm:prSet presAssocID="{1602C2A5-8144-41E9-B934-B3373E3A6B33}" presName="parentNode2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893C18-9CB4-4265-8248-7BC05B9AEEF3}" type="pres">
      <dgm:prSet presAssocID="{1602C2A5-8144-41E9-B934-B3373E3A6B33}" presName="connSite2" presStyleCnt="0"/>
      <dgm:spPr/>
    </dgm:pt>
  </dgm:ptLst>
  <dgm:cxnLst>
    <dgm:cxn modelId="{B6C8DA12-BD78-4A89-A601-F3F3C01E446F}" srcId="{80736753-BA03-48FC-B1A0-1F3B8EFF6B4A}" destId="{DE5D736A-F02F-4ACC-93A7-2F95C63A8527}" srcOrd="0" destOrd="0" parTransId="{9B2C047B-6BA3-499A-8771-139C25408812}" sibTransId="{EA508843-FFF3-4DD2-A994-203C973138AE}"/>
    <dgm:cxn modelId="{D27E8E84-0CE4-4009-A0A8-452602205E69}" type="presOf" srcId="{C71F4D6F-07AA-4531-AC49-5B4CDF4BC4E0}" destId="{77A50C3A-A21D-4423-9649-FF96C85D1E3B}" srcOrd="0" destOrd="2" presId="urn:microsoft.com/office/officeart/2005/8/layout/hProcess4"/>
    <dgm:cxn modelId="{787BCCA1-9BC1-4523-93B3-07A692825669}" srcId="{3B0B879B-BC08-4195-BEF2-05F11E9F4AAB}" destId="{F87CA370-99E2-44F1-BC58-3178863BF23A}" srcOrd="0" destOrd="0" parTransId="{A9EA536F-E47B-4E1D-A717-88688878D1D3}" sibTransId="{6192C932-CB38-483B-AE39-9A89D5CBA25D}"/>
    <dgm:cxn modelId="{825C9B6E-541B-4D40-A449-10F3A817C1DB}" type="presOf" srcId="{D3488086-C69D-4B84-997C-252F8D403080}" destId="{B4AC6941-D7DB-4C50-B32B-16E8FC5EC52E}" srcOrd="0" destOrd="0" presId="urn:microsoft.com/office/officeart/2005/8/layout/hProcess4"/>
    <dgm:cxn modelId="{F86FC0E0-7338-478B-8345-586EAFE34BFB}" type="presOf" srcId="{DE5D736A-F02F-4ACC-93A7-2F95C63A8527}" destId="{77A50C3A-A21D-4423-9649-FF96C85D1E3B}" srcOrd="0" destOrd="0" presId="urn:microsoft.com/office/officeart/2005/8/layout/hProcess4"/>
    <dgm:cxn modelId="{F20791BE-8FB5-4ED8-B01D-2123AF8206D8}" type="presOf" srcId="{3B0B879B-BC08-4195-BEF2-05F11E9F4AAB}" destId="{D0397CE6-90D0-4C00-8498-6F7E08957A0C}" srcOrd="0" destOrd="0" presId="urn:microsoft.com/office/officeart/2005/8/layout/hProcess4"/>
    <dgm:cxn modelId="{429FDA7B-D275-49CA-A074-A70171761AD7}" type="presOf" srcId="{51E49180-C0E3-49E1-840E-1AE7B561D434}" destId="{0E47EC1F-AD15-46AD-B9B2-98E1E1A0BC89}" srcOrd="0" destOrd="1" presId="urn:microsoft.com/office/officeart/2005/8/layout/hProcess4"/>
    <dgm:cxn modelId="{9497B009-9819-4CFD-941F-446C5C4147D9}" type="presOf" srcId="{7CB4256C-3B9F-42FC-B5E2-BD1784D0E9BE}" destId="{3B18BBF9-E599-42E1-8BC6-67E05FF3EFF2}" srcOrd="1" destOrd="1" presId="urn:microsoft.com/office/officeart/2005/8/layout/hProcess4"/>
    <dgm:cxn modelId="{48F97B7B-ADF3-41C2-8457-F347A774ABC7}" type="presOf" srcId="{4FE671ED-5558-4AD8-8CA5-CAA4E3A8B0C6}" destId="{A8B104E2-5200-4D28-9174-EA0FDA47CA05}" srcOrd="0" destOrd="0" presId="urn:microsoft.com/office/officeart/2005/8/layout/hProcess4"/>
    <dgm:cxn modelId="{F70495C6-769E-4F4B-87EF-0A15B589FE3A}" srcId="{4FE671ED-5558-4AD8-8CA5-CAA4E3A8B0C6}" destId="{951180E7-F4A6-4811-911B-1E1D5CA9D85F}" srcOrd="0" destOrd="0" parTransId="{BE3DAEFC-CDCB-409C-AA7E-8877371CC82A}" sibTransId="{B25DE403-4040-4885-84C8-8ED7AD23FE70}"/>
    <dgm:cxn modelId="{764A6FE6-86AE-4F12-9BC8-A1238CD56D16}" srcId="{4FE671ED-5558-4AD8-8CA5-CAA4E3A8B0C6}" destId="{51E49180-C0E3-49E1-840E-1AE7B561D434}" srcOrd="1" destOrd="0" parTransId="{F88D5C84-3368-4E16-8413-9716690F9355}" sibTransId="{4321D002-4B9F-4364-BC07-F0616A15FD2F}"/>
    <dgm:cxn modelId="{9E98800B-D7C3-4111-9E73-F8AC0998519C}" type="presOf" srcId="{52291317-08B8-44D4-8E9F-FEF36DCD452C}" destId="{7305D312-80D2-4ECD-BC45-9C9F0F7CB5FA}" srcOrd="0" destOrd="0" presId="urn:microsoft.com/office/officeart/2005/8/layout/hProcess4"/>
    <dgm:cxn modelId="{20595F74-AC46-45B9-8A80-B957DA9DA8DF}" type="presOf" srcId="{951180E7-F4A6-4811-911B-1E1D5CA9D85F}" destId="{0E47EC1F-AD15-46AD-B9B2-98E1E1A0BC89}" srcOrd="0" destOrd="0" presId="urn:microsoft.com/office/officeart/2005/8/layout/hProcess4"/>
    <dgm:cxn modelId="{FCA11DE2-FDDE-460D-A3C0-2B61CBFB2E30}" type="presOf" srcId="{7C195BF5-3C90-495B-AE44-F2B1EF70D2A0}" destId="{8852AA6C-19D7-4E2C-AA38-B006C32832E9}" srcOrd="0" destOrd="0" presId="urn:microsoft.com/office/officeart/2005/8/layout/hProcess4"/>
    <dgm:cxn modelId="{8FEEE509-9F1D-4D0A-9655-798A0669F0D1}" type="presOf" srcId="{F87CA370-99E2-44F1-BC58-3178863BF23A}" destId="{A1A44276-570F-4746-BD8B-F2B4C128E66C}" srcOrd="1" destOrd="0" presId="urn:microsoft.com/office/officeart/2005/8/layout/hProcess4"/>
    <dgm:cxn modelId="{D307613C-17E0-475B-8961-BED987D656D9}" srcId="{80736753-BA03-48FC-B1A0-1F3B8EFF6B4A}" destId="{C71F4D6F-07AA-4531-AC49-5B4CDF4BC4E0}" srcOrd="2" destOrd="0" parTransId="{CFCD57F0-9B72-412A-9275-19B83DF19BF0}" sibTransId="{1EDA35DF-B53E-475F-AEF6-EE49218B94B9}"/>
    <dgm:cxn modelId="{510E5394-AC76-4FFA-A7D8-0144FD3DC7EA}" type="presOf" srcId="{80736753-BA03-48FC-B1A0-1F3B8EFF6B4A}" destId="{6AE1758A-3C20-40D5-9B44-623C438441B8}" srcOrd="0" destOrd="0" presId="urn:microsoft.com/office/officeart/2005/8/layout/hProcess4"/>
    <dgm:cxn modelId="{21C2ED3A-62A8-4B70-A817-3C60AF92C60D}" srcId="{CA87CCF9-6AD0-42D3-9058-F97C1A59CF2D}" destId="{1602C2A5-8144-41E9-B934-B3373E3A6B33}" srcOrd="5" destOrd="0" parTransId="{1FF53AEB-B38F-48B3-90D3-D40E3E728041}" sibTransId="{55D221D0-E9CE-4C92-AE07-28B053FE19C3}"/>
    <dgm:cxn modelId="{F96D6190-83DE-4DF4-8130-F92AE90D2360}" srcId="{CA87CCF9-6AD0-42D3-9058-F97C1A59CF2D}" destId="{4FE671ED-5558-4AD8-8CA5-CAA4E3A8B0C6}" srcOrd="2" destOrd="0" parTransId="{C3309151-1442-440E-B6EC-E104D2FCFC69}" sibTransId="{052174F9-A6BB-4FA1-A922-E8525BCE61AE}"/>
    <dgm:cxn modelId="{69BB0120-50B9-4505-9AFA-53ECDB2C34C4}" srcId="{CA87CCF9-6AD0-42D3-9058-F97C1A59CF2D}" destId="{80736753-BA03-48FC-B1A0-1F3B8EFF6B4A}" srcOrd="4" destOrd="0" parTransId="{46F7303B-02B3-40EE-BB04-4B8527D7635F}" sibTransId="{7C195BF5-3C90-495B-AE44-F2B1EF70D2A0}"/>
    <dgm:cxn modelId="{17CE7954-0847-411B-8FE0-F33B84D895F1}" type="presOf" srcId="{1C900D74-5F13-4BD9-967E-0BAC381293B1}" destId="{EF313CF8-CCF4-465B-A821-66D83F8723C4}" srcOrd="0" destOrd="0" presId="urn:microsoft.com/office/officeart/2005/8/layout/hProcess4"/>
    <dgm:cxn modelId="{210C0674-8105-4640-94E2-B317E6A30AD7}" type="presOf" srcId="{1C900D74-5F13-4BD9-967E-0BAC381293B1}" destId="{3B18BBF9-E599-42E1-8BC6-67E05FF3EFF2}" srcOrd="1" destOrd="0" presId="urn:microsoft.com/office/officeart/2005/8/layout/hProcess4"/>
    <dgm:cxn modelId="{CD3CF990-73F5-4DB4-9C11-4918B3B2F412}" srcId="{8929E459-5AF5-46B3-BC35-2D3B5C692E49}" destId="{52291317-08B8-44D4-8E9F-FEF36DCD452C}" srcOrd="0" destOrd="0" parTransId="{D6FB167B-E688-452D-B560-1FB30F2E9B86}" sibTransId="{A2E2BBF5-4252-478F-B10E-93CC490D98F1}"/>
    <dgm:cxn modelId="{0F20A73B-AF3A-4CD2-B5DA-0F63182C6954}" type="presOf" srcId="{F87CA370-99E2-44F1-BC58-3178863BF23A}" destId="{CB3195F5-3F78-4ED9-B2AC-DDE593F19CFC}" srcOrd="0" destOrd="0" presId="urn:microsoft.com/office/officeart/2005/8/layout/hProcess4"/>
    <dgm:cxn modelId="{1EA9724A-AB80-43D9-A42C-8F7C4C9766C3}" type="presOf" srcId="{8515375F-C9CA-4347-BC4B-62F43FD6F7D3}" destId="{67EB272A-FEB5-4FF3-9496-32323E5E542C}" srcOrd="0" destOrd="0" presId="urn:microsoft.com/office/officeart/2005/8/layout/hProcess4"/>
    <dgm:cxn modelId="{2D53E650-C7DD-47FA-9602-1E9E73279344}" srcId="{1602C2A5-8144-41E9-B934-B3373E3A6B33}" destId="{7CB4256C-3B9F-42FC-B5E2-BD1784D0E9BE}" srcOrd="1" destOrd="0" parTransId="{8BDBC3BD-E977-4759-BAEE-ECC8A884243B}" sibTransId="{5A047C45-FBF9-435F-8C00-392B09B79119}"/>
    <dgm:cxn modelId="{F5A46B64-BC13-4748-B4FC-AA8A970A80E5}" type="presOf" srcId="{51E49180-C0E3-49E1-840E-1AE7B561D434}" destId="{11168C20-2F87-446D-965B-033C6CA4E348}" srcOrd="1" destOrd="1" presId="urn:microsoft.com/office/officeart/2005/8/layout/hProcess4"/>
    <dgm:cxn modelId="{14E201C9-403F-4344-9230-C6385F3058A9}" srcId="{1602C2A5-8144-41E9-B934-B3373E3A6B33}" destId="{1C900D74-5F13-4BD9-967E-0BAC381293B1}" srcOrd="0" destOrd="0" parTransId="{FB98CEC9-81CA-4539-90EC-E519137E4569}" sibTransId="{B167355B-1FE4-4CF9-8D18-9B9D57EA98FC}"/>
    <dgm:cxn modelId="{6FEAEC33-61B9-432F-9F34-844ADD17DCA9}" type="presOf" srcId="{CA87CCF9-6AD0-42D3-9058-F97C1A59CF2D}" destId="{9F9958D0-B3AD-469B-874B-84F21474CF6C}" srcOrd="0" destOrd="0" presId="urn:microsoft.com/office/officeart/2005/8/layout/hProcess4"/>
    <dgm:cxn modelId="{FE43C4F3-930A-4463-8E04-00C1A6CEBC4D}" type="presOf" srcId="{1DB9918D-C370-4943-9CDB-D7118007D6BC}" destId="{83DCD3E5-42B8-41DC-8231-37D8B6686A84}" srcOrd="0" destOrd="0" presId="urn:microsoft.com/office/officeart/2005/8/layout/hProcess4"/>
    <dgm:cxn modelId="{24523F6C-9640-43B9-BC15-FB6028BF1483}" type="presOf" srcId="{951180E7-F4A6-4811-911B-1E1D5CA9D85F}" destId="{11168C20-2F87-446D-965B-033C6CA4E348}" srcOrd="1" destOrd="0" presId="urn:microsoft.com/office/officeart/2005/8/layout/hProcess4"/>
    <dgm:cxn modelId="{E69E054D-E651-4990-BD7E-F442FA2A43CB}" type="presOf" srcId="{1602C2A5-8144-41E9-B934-B3373E3A6B33}" destId="{F708A34B-834E-4EE2-A6E3-8836FD7A498F}" srcOrd="0" destOrd="0" presId="urn:microsoft.com/office/officeart/2005/8/layout/hProcess4"/>
    <dgm:cxn modelId="{C5F336EE-09A8-4237-8870-7A92E8703471}" type="presOf" srcId="{7CB4256C-3B9F-42FC-B5E2-BD1784D0E9BE}" destId="{EF313CF8-CCF4-465B-A821-66D83F8723C4}" srcOrd="0" destOrd="1" presId="urn:microsoft.com/office/officeart/2005/8/layout/hProcess4"/>
    <dgm:cxn modelId="{040CD324-12DF-4779-B8C3-A5CA303FDFAD}" srcId="{CA87CCF9-6AD0-42D3-9058-F97C1A59CF2D}" destId="{8515375F-C9CA-4347-BC4B-62F43FD6F7D3}" srcOrd="0" destOrd="0" parTransId="{67233F3C-C0A9-4BCD-8476-AD73788A0BCF}" sibTransId="{1DB9918D-C370-4943-9CDB-D7118007D6BC}"/>
    <dgm:cxn modelId="{32E1A210-14F4-4614-9235-44F9F55A199A}" type="presOf" srcId="{BF30115B-CD96-4E65-A03E-40378AB25B78}" destId="{77A50C3A-A21D-4423-9649-FF96C85D1E3B}" srcOrd="0" destOrd="1" presId="urn:microsoft.com/office/officeart/2005/8/layout/hProcess4"/>
    <dgm:cxn modelId="{6A901C85-C802-4308-A4FF-44A0060F40FF}" type="presOf" srcId="{52291317-08B8-44D4-8E9F-FEF36DCD452C}" destId="{3DD2FA39-6A75-47F2-ACC7-C9BB2C6AFAA9}" srcOrd="1" destOrd="0" presId="urn:microsoft.com/office/officeart/2005/8/layout/hProcess4"/>
    <dgm:cxn modelId="{830B89FE-9AAC-4371-BF4D-513C31462523}" type="presOf" srcId="{DE5D736A-F02F-4ACC-93A7-2F95C63A8527}" destId="{615348D9-E499-48E7-A1C0-E3744FE00932}" srcOrd="1" destOrd="0" presId="urn:microsoft.com/office/officeart/2005/8/layout/hProcess4"/>
    <dgm:cxn modelId="{429CD32B-237C-4EFA-BB4C-0BEB24DD55EF}" type="presOf" srcId="{9B4704D0-C30A-4A93-B980-C4AA31FA9B27}" destId="{4833BC87-B9BD-44B6-BF42-31B0F5D4EFC0}" srcOrd="0" destOrd="0" presId="urn:microsoft.com/office/officeart/2005/8/layout/hProcess4"/>
    <dgm:cxn modelId="{3CBD7DCE-7A26-4E4E-901C-39B3C35940E3}" type="presOf" srcId="{052174F9-A6BB-4FA1-A922-E8525BCE61AE}" destId="{118D0176-2C9C-4C56-9817-AE1EDA842B24}" srcOrd="0" destOrd="0" presId="urn:microsoft.com/office/officeart/2005/8/layout/hProcess4"/>
    <dgm:cxn modelId="{007D09B0-D48F-4559-9112-6772C370B325}" type="presOf" srcId="{8929E459-5AF5-46B3-BC35-2D3B5C692E49}" destId="{B7FDD072-68EF-441D-898B-A9248937E504}" srcOrd="0" destOrd="0" presId="urn:microsoft.com/office/officeart/2005/8/layout/hProcess4"/>
    <dgm:cxn modelId="{B8E9F789-6953-4B82-A797-F16FB6D31DFF}" type="presOf" srcId="{C71F4D6F-07AA-4531-AC49-5B4CDF4BC4E0}" destId="{615348D9-E499-48E7-A1C0-E3744FE00932}" srcOrd="1" destOrd="2" presId="urn:microsoft.com/office/officeart/2005/8/layout/hProcess4"/>
    <dgm:cxn modelId="{54551CBB-7984-4C9E-A5B5-D89CCA35A4DF}" type="presOf" srcId="{BF30115B-CD96-4E65-A03E-40378AB25B78}" destId="{615348D9-E499-48E7-A1C0-E3744FE00932}" srcOrd="1" destOrd="1" presId="urn:microsoft.com/office/officeart/2005/8/layout/hProcess4"/>
    <dgm:cxn modelId="{986C8A88-B66B-442C-B82F-7CACFFFEEE81}" srcId="{CA87CCF9-6AD0-42D3-9058-F97C1A59CF2D}" destId="{3B0B879B-BC08-4195-BEF2-05F11E9F4AAB}" srcOrd="1" destOrd="0" parTransId="{276AEB90-4F3F-41C1-9D62-8819E32D7908}" sibTransId="{9B4704D0-C30A-4A93-B980-C4AA31FA9B27}"/>
    <dgm:cxn modelId="{70A0FE5D-BC4B-45E6-8418-3DE609C08020}" srcId="{CA87CCF9-6AD0-42D3-9058-F97C1A59CF2D}" destId="{8929E459-5AF5-46B3-BC35-2D3B5C692E49}" srcOrd="3" destOrd="0" parTransId="{D6CA2DE6-149F-452E-B630-7A2F2DAB38EC}" sibTransId="{D3488086-C69D-4B84-997C-252F8D403080}"/>
    <dgm:cxn modelId="{FA3D661E-35A3-470D-8DF3-B92E6D3723D1}" srcId="{80736753-BA03-48FC-B1A0-1F3B8EFF6B4A}" destId="{BF30115B-CD96-4E65-A03E-40378AB25B78}" srcOrd="1" destOrd="0" parTransId="{A81BEDC8-08EB-42B8-95B7-A397BDDCFF2C}" sibTransId="{5FF7C600-0FCF-48B7-9AB5-D3EED3D5DAF6}"/>
    <dgm:cxn modelId="{ACCBCA9B-97A1-4B56-AFF2-883537C99CCA}" type="presParOf" srcId="{9F9958D0-B3AD-469B-874B-84F21474CF6C}" destId="{8BF50725-26D3-486E-9BBE-275C637CE57D}" srcOrd="0" destOrd="0" presId="urn:microsoft.com/office/officeart/2005/8/layout/hProcess4"/>
    <dgm:cxn modelId="{83B643F5-85DA-40CD-9A48-0CCAC2043D7C}" type="presParOf" srcId="{9F9958D0-B3AD-469B-874B-84F21474CF6C}" destId="{A68F4B9C-B922-4826-835A-292B26E6DAD1}" srcOrd="1" destOrd="0" presId="urn:microsoft.com/office/officeart/2005/8/layout/hProcess4"/>
    <dgm:cxn modelId="{4B1BC049-F59B-4C31-B395-53E1F1A7F50B}" type="presParOf" srcId="{9F9958D0-B3AD-469B-874B-84F21474CF6C}" destId="{0E6DFE4E-49AE-432D-B965-FDF61557BAF4}" srcOrd="2" destOrd="0" presId="urn:microsoft.com/office/officeart/2005/8/layout/hProcess4"/>
    <dgm:cxn modelId="{9461320F-7754-4798-BD5B-4F59AF7F7F5B}" type="presParOf" srcId="{0E6DFE4E-49AE-432D-B965-FDF61557BAF4}" destId="{BBDDAE39-66C2-4D17-8BEC-B97BBA45406C}" srcOrd="0" destOrd="0" presId="urn:microsoft.com/office/officeart/2005/8/layout/hProcess4"/>
    <dgm:cxn modelId="{637C85E6-714C-42E0-B062-C34028D636C5}" type="presParOf" srcId="{BBDDAE39-66C2-4D17-8BEC-B97BBA45406C}" destId="{A40FB8CA-4A72-48EA-80CC-DF23BB4AB85D}" srcOrd="0" destOrd="0" presId="urn:microsoft.com/office/officeart/2005/8/layout/hProcess4"/>
    <dgm:cxn modelId="{D68D6BFB-ADE7-4438-8A17-0EAA80C8D408}" type="presParOf" srcId="{BBDDAE39-66C2-4D17-8BEC-B97BBA45406C}" destId="{CDC7CEAA-184A-47C8-B936-05B62B24CD33}" srcOrd="1" destOrd="0" presId="urn:microsoft.com/office/officeart/2005/8/layout/hProcess4"/>
    <dgm:cxn modelId="{3F3F8409-16A4-484A-A91B-461EE93AD7BD}" type="presParOf" srcId="{BBDDAE39-66C2-4D17-8BEC-B97BBA45406C}" destId="{0ECDCDBA-A584-43C9-8EFD-9DF5530F7B1A}" srcOrd="2" destOrd="0" presId="urn:microsoft.com/office/officeart/2005/8/layout/hProcess4"/>
    <dgm:cxn modelId="{BE79E25C-B486-4E66-ACBE-57BAD0843AF8}" type="presParOf" srcId="{BBDDAE39-66C2-4D17-8BEC-B97BBA45406C}" destId="{67EB272A-FEB5-4FF3-9496-32323E5E542C}" srcOrd="3" destOrd="0" presId="urn:microsoft.com/office/officeart/2005/8/layout/hProcess4"/>
    <dgm:cxn modelId="{5F3D6E4B-B616-452A-A4FE-A2B67AD7FCF1}" type="presParOf" srcId="{BBDDAE39-66C2-4D17-8BEC-B97BBA45406C}" destId="{2B0CB231-8ADE-4B79-A4D6-7DC660224A1B}" srcOrd="4" destOrd="0" presId="urn:microsoft.com/office/officeart/2005/8/layout/hProcess4"/>
    <dgm:cxn modelId="{5DF3350B-AEB1-4276-95A1-FB14931FE590}" type="presParOf" srcId="{0E6DFE4E-49AE-432D-B965-FDF61557BAF4}" destId="{83DCD3E5-42B8-41DC-8231-37D8B6686A84}" srcOrd="1" destOrd="0" presId="urn:microsoft.com/office/officeart/2005/8/layout/hProcess4"/>
    <dgm:cxn modelId="{D8FD2CF9-EDD7-4442-B755-6F1CCC1910E7}" type="presParOf" srcId="{0E6DFE4E-49AE-432D-B965-FDF61557BAF4}" destId="{AF2641EB-DE4D-4556-A585-FFD3FB1C9F12}" srcOrd="2" destOrd="0" presId="urn:microsoft.com/office/officeart/2005/8/layout/hProcess4"/>
    <dgm:cxn modelId="{E7DE705A-B3E9-4B9D-AA8E-D05AD46893B6}" type="presParOf" srcId="{AF2641EB-DE4D-4556-A585-FFD3FB1C9F12}" destId="{B22EECBB-38F0-43CA-A751-1F5E4E6D4CBB}" srcOrd="0" destOrd="0" presId="urn:microsoft.com/office/officeart/2005/8/layout/hProcess4"/>
    <dgm:cxn modelId="{A87307F2-2853-43B0-AC71-1F13B5251F62}" type="presParOf" srcId="{AF2641EB-DE4D-4556-A585-FFD3FB1C9F12}" destId="{CB3195F5-3F78-4ED9-B2AC-DDE593F19CFC}" srcOrd="1" destOrd="0" presId="urn:microsoft.com/office/officeart/2005/8/layout/hProcess4"/>
    <dgm:cxn modelId="{DC42CE62-B9E0-40FF-A1DA-59330282E6E8}" type="presParOf" srcId="{AF2641EB-DE4D-4556-A585-FFD3FB1C9F12}" destId="{A1A44276-570F-4746-BD8B-F2B4C128E66C}" srcOrd="2" destOrd="0" presId="urn:microsoft.com/office/officeart/2005/8/layout/hProcess4"/>
    <dgm:cxn modelId="{0C5E8144-78B5-4068-B0E4-DEF89745831B}" type="presParOf" srcId="{AF2641EB-DE4D-4556-A585-FFD3FB1C9F12}" destId="{D0397CE6-90D0-4C00-8498-6F7E08957A0C}" srcOrd="3" destOrd="0" presId="urn:microsoft.com/office/officeart/2005/8/layout/hProcess4"/>
    <dgm:cxn modelId="{5EAA5F36-06DC-4FE7-A507-4B4598C08896}" type="presParOf" srcId="{AF2641EB-DE4D-4556-A585-FFD3FB1C9F12}" destId="{DABD3686-6BF7-411C-BC43-1E329C3C0B50}" srcOrd="4" destOrd="0" presId="urn:microsoft.com/office/officeart/2005/8/layout/hProcess4"/>
    <dgm:cxn modelId="{65947004-E3AB-45B0-B124-F7AF60ED7EB9}" type="presParOf" srcId="{0E6DFE4E-49AE-432D-B965-FDF61557BAF4}" destId="{4833BC87-B9BD-44B6-BF42-31B0F5D4EFC0}" srcOrd="3" destOrd="0" presId="urn:microsoft.com/office/officeart/2005/8/layout/hProcess4"/>
    <dgm:cxn modelId="{95B471B0-E5C8-4680-AB21-D1D75E77CE0A}" type="presParOf" srcId="{0E6DFE4E-49AE-432D-B965-FDF61557BAF4}" destId="{318D40F2-70DE-42F7-8810-144598BE2321}" srcOrd="4" destOrd="0" presId="urn:microsoft.com/office/officeart/2005/8/layout/hProcess4"/>
    <dgm:cxn modelId="{4F429DFE-798D-4DDC-B614-19F31D197AFA}" type="presParOf" srcId="{318D40F2-70DE-42F7-8810-144598BE2321}" destId="{A79E975C-805F-4FE8-A7CD-2AD53861437F}" srcOrd="0" destOrd="0" presId="urn:microsoft.com/office/officeart/2005/8/layout/hProcess4"/>
    <dgm:cxn modelId="{239FE043-C28E-4FE6-B3A2-046AB5AC5339}" type="presParOf" srcId="{318D40F2-70DE-42F7-8810-144598BE2321}" destId="{0E47EC1F-AD15-46AD-B9B2-98E1E1A0BC89}" srcOrd="1" destOrd="0" presId="urn:microsoft.com/office/officeart/2005/8/layout/hProcess4"/>
    <dgm:cxn modelId="{7A7D0A41-25AD-4AE5-99E9-3A9087517ADE}" type="presParOf" srcId="{318D40F2-70DE-42F7-8810-144598BE2321}" destId="{11168C20-2F87-446D-965B-033C6CA4E348}" srcOrd="2" destOrd="0" presId="urn:microsoft.com/office/officeart/2005/8/layout/hProcess4"/>
    <dgm:cxn modelId="{38A0D038-4BB4-49CA-B849-405BC2180FD0}" type="presParOf" srcId="{318D40F2-70DE-42F7-8810-144598BE2321}" destId="{A8B104E2-5200-4D28-9174-EA0FDA47CA05}" srcOrd="3" destOrd="0" presId="urn:microsoft.com/office/officeart/2005/8/layout/hProcess4"/>
    <dgm:cxn modelId="{0EF2C8C3-1FA6-4545-82FA-B23DE9604F0A}" type="presParOf" srcId="{318D40F2-70DE-42F7-8810-144598BE2321}" destId="{4BC27188-89A9-48BD-8CCE-F7F433141A34}" srcOrd="4" destOrd="0" presId="urn:microsoft.com/office/officeart/2005/8/layout/hProcess4"/>
    <dgm:cxn modelId="{CADBD6B8-F379-4D7D-A201-A085273E0AFC}" type="presParOf" srcId="{0E6DFE4E-49AE-432D-B965-FDF61557BAF4}" destId="{118D0176-2C9C-4C56-9817-AE1EDA842B24}" srcOrd="5" destOrd="0" presId="urn:microsoft.com/office/officeart/2005/8/layout/hProcess4"/>
    <dgm:cxn modelId="{AA752FB4-7FBB-4F75-AEA8-4BB7713D86FD}" type="presParOf" srcId="{0E6DFE4E-49AE-432D-B965-FDF61557BAF4}" destId="{939A7895-6C08-4B50-A455-A7F0D3E73706}" srcOrd="6" destOrd="0" presId="urn:microsoft.com/office/officeart/2005/8/layout/hProcess4"/>
    <dgm:cxn modelId="{95303350-1E84-4C09-99DA-ECF4D225E91D}" type="presParOf" srcId="{939A7895-6C08-4B50-A455-A7F0D3E73706}" destId="{071EC943-F3A1-4BF6-8D0B-0C3A5D0F84B3}" srcOrd="0" destOrd="0" presId="urn:microsoft.com/office/officeart/2005/8/layout/hProcess4"/>
    <dgm:cxn modelId="{182C2CED-D400-42F5-BE0E-702D146487AA}" type="presParOf" srcId="{939A7895-6C08-4B50-A455-A7F0D3E73706}" destId="{7305D312-80D2-4ECD-BC45-9C9F0F7CB5FA}" srcOrd="1" destOrd="0" presId="urn:microsoft.com/office/officeart/2005/8/layout/hProcess4"/>
    <dgm:cxn modelId="{C959AB69-5BA1-4D49-B8EE-2867CB56F7CB}" type="presParOf" srcId="{939A7895-6C08-4B50-A455-A7F0D3E73706}" destId="{3DD2FA39-6A75-47F2-ACC7-C9BB2C6AFAA9}" srcOrd="2" destOrd="0" presId="urn:microsoft.com/office/officeart/2005/8/layout/hProcess4"/>
    <dgm:cxn modelId="{1314F5D2-EB82-42C8-9575-4BBAD4E62BC2}" type="presParOf" srcId="{939A7895-6C08-4B50-A455-A7F0D3E73706}" destId="{B7FDD072-68EF-441D-898B-A9248937E504}" srcOrd="3" destOrd="0" presId="urn:microsoft.com/office/officeart/2005/8/layout/hProcess4"/>
    <dgm:cxn modelId="{4D235F86-A539-4854-8452-52E73725C14F}" type="presParOf" srcId="{939A7895-6C08-4B50-A455-A7F0D3E73706}" destId="{027B2AE9-2E18-48C8-BA0D-6F8BA05BBF1C}" srcOrd="4" destOrd="0" presId="urn:microsoft.com/office/officeart/2005/8/layout/hProcess4"/>
    <dgm:cxn modelId="{2E2873BF-93E5-4E3C-A789-CF8BDD9440BC}" type="presParOf" srcId="{0E6DFE4E-49AE-432D-B965-FDF61557BAF4}" destId="{B4AC6941-D7DB-4C50-B32B-16E8FC5EC52E}" srcOrd="7" destOrd="0" presId="urn:microsoft.com/office/officeart/2005/8/layout/hProcess4"/>
    <dgm:cxn modelId="{42DF2EE1-349C-4C30-A120-E7EE205B716F}" type="presParOf" srcId="{0E6DFE4E-49AE-432D-B965-FDF61557BAF4}" destId="{8E376A55-4CA5-4B7B-BE58-BFB4FA1B8938}" srcOrd="8" destOrd="0" presId="urn:microsoft.com/office/officeart/2005/8/layout/hProcess4"/>
    <dgm:cxn modelId="{6EDAF5CD-D270-4D72-BDBF-5B65CF00459E}" type="presParOf" srcId="{8E376A55-4CA5-4B7B-BE58-BFB4FA1B8938}" destId="{5288EA9C-F6B2-4491-BAE1-E9F33F744759}" srcOrd="0" destOrd="0" presId="urn:microsoft.com/office/officeart/2005/8/layout/hProcess4"/>
    <dgm:cxn modelId="{0FB123FB-A9FA-4880-86C4-F687FB6D7DAE}" type="presParOf" srcId="{8E376A55-4CA5-4B7B-BE58-BFB4FA1B8938}" destId="{77A50C3A-A21D-4423-9649-FF96C85D1E3B}" srcOrd="1" destOrd="0" presId="urn:microsoft.com/office/officeart/2005/8/layout/hProcess4"/>
    <dgm:cxn modelId="{30BD5F30-0CFD-406F-9179-A3C6E7F6B894}" type="presParOf" srcId="{8E376A55-4CA5-4B7B-BE58-BFB4FA1B8938}" destId="{615348D9-E499-48E7-A1C0-E3744FE00932}" srcOrd="2" destOrd="0" presId="urn:microsoft.com/office/officeart/2005/8/layout/hProcess4"/>
    <dgm:cxn modelId="{12D09876-69B5-46D0-AF47-70F297432CFF}" type="presParOf" srcId="{8E376A55-4CA5-4B7B-BE58-BFB4FA1B8938}" destId="{6AE1758A-3C20-40D5-9B44-623C438441B8}" srcOrd="3" destOrd="0" presId="urn:microsoft.com/office/officeart/2005/8/layout/hProcess4"/>
    <dgm:cxn modelId="{7FF73913-4FF5-4C0A-B013-72587AFAEA4D}" type="presParOf" srcId="{8E376A55-4CA5-4B7B-BE58-BFB4FA1B8938}" destId="{9537253B-2E15-4A0C-83C5-839B9993EDB7}" srcOrd="4" destOrd="0" presId="urn:microsoft.com/office/officeart/2005/8/layout/hProcess4"/>
    <dgm:cxn modelId="{76C4AB1F-D6BD-483B-AFB6-F45E76660BC3}" type="presParOf" srcId="{0E6DFE4E-49AE-432D-B965-FDF61557BAF4}" destId="{8852AA6C-19D7-4E2C-AA38-B006C32832E9}" srcOrd="9" destOrd="0" presId="urn:microsoft.com/office/officeart/2005/8/layout/hProcess4"/>
    <dgm:cxn modelId="{57146A16-70B5-4774-B1E8-73E25C076E89}" type="presParOf" srcId="{0E6DFE4E-49AE-432D-B965-FDF61557BAF4}" destId="{BF23884E-37BE-4F7E-96B7-91306AC1720F}" srcOrd="10" destOrd="0" presId="urn:microsoft.com/office/officeart/2005/8/layout/hProcess4"/>
    <dgm:cxn modelId="{D86BA8B7-ACA2-4462-AB3C-061774DA6C48}" type="presParOf" srcId="{BF23884E-37BE-4F7E-96B7-91306AC1720F}" destId="{E267F1B6-4562-4E5F-99A5-BD2AA2E7202C}" srcOrd="0" destOrd="0" presId="urn:microsoft.com/office/officeart/2005/8/layout/hProcess4"/>
    <dgm:cxn modelId="{17DFDED1-141C-4D8D-AB3E-D4C08AA5235A}" type="presParOf" srcId="{BF23884E-37BE-4F7E-96B7-91306AC1720F}" destId="{EF313CF8-CCF4-465B-A821-66D83F8723C4}" srcOrd="1" destOrd="0" presId="urn:microsoft.com/office/officeart/2005/8/layout/hProcess4"/>
    <dgm:cxn modelId="{51D87383-8D81-4106-9412-81744EBE110B}" type="presParOf" srcId="{BF23884E-37BE-4F7E-96B7-91306AC1720F}" destId="{3B18BBF9-E599-42E1-8BC6-67E05FF3EFF2}" srcOrd="2" destOrd="0" presId="urn:microsoft.com/office/officeart/2005/8/layout/hProcess4"/>
    <dgm:cxn modelId="{4A24ED90-6871-4FC5-9FE2-3BEC31AD980B}" type="presParOf" srcId="{BF23884E-37BE-4F7E-96B7-91306AC1720F}" destId="{F708A34B-834E-4EE2-A6E3-8836FD7A498F}" srcOrd="3" destOrd="0" presId="urn:microsoft.com/office/officeart/2005/8/layout/hProcess4"/>
    <dgm:cxn modelId="{D0F6C670-DC0D-4CCC-A5C9-E993D0B8911B}" type="presParOf" srcId="{BF23884E-37BE-4F7E-96B7-91306AC1720F}" destId="{B4893C18-9CB4-4265-8248-7BC05B9AEEF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06C225-46EB-4D7B-B8FF-CE4410189FC4}" type="doc">
      <dgm:prSet loTypeId="urn:microsoft.com/office/officeart/2005/8/layout/chevron1" loCatId="process" qsTypeId="urn:microsoft.com/office/officeart/2005/8/quickstyle/3d4" qsCatId="3D" csTypeId="urn:microsoft.com/office/officeart/2005/8/colors/accent1_2" csCatId="accent1" phldr="1"/>
      <dgm:spPr/>
    </dgm:pt>
    <dgm:pt modelId="{E08DEA11-D34A-48B8-89FA-BFF1CA0545E5}">
      <dgm:prSet phldrT="[Text]" custT="1"/>
      <dgm:spPr/>
      <dgm:t>
        <a:bodyPr/>
        <a:lstStyle/>
        <a:p>
          <a:pPr algn="ctr"/>
          <a:r>
            <a:rPr lang="en-US" sz="1100" dirty="0" smtClean="0"/>
            <a:t>Groq + GPT-4o Cross-Validation</a:t>
          </a:r>
        </a:p>
        <a:p>
          <a:pPr algn="ctr"/>
          <a:r>
            <a:rPr lang="en-US" sz="1100" dirty="0" smtClean="0"/>
            <a:t>   Plain-language explanation</a:t>
          </a:r>
        </a:p>
        <a:p>
          <a:pPr algn="ctr"/>
          <a:r>
            <a:rPr lang="en-US" sz="1100" dirty="0" smtClean="0"/>
            <a:t>   EN + HI + MR </a:t>
          </a:r>
          <a:r>
            <a:rPr lang="en-US" sz="1200" dirty="0" smtClean="0"/>
            <a:t>simultaneously</a:t>
          </a:r>
          <a:endParaRPr lang="en-US" sz="1100" dirty="0" smtClean="0"/>
        </a:p>
        <a:p>
          <a:pPr algn="ctr"/>
          <a:r>
            <a:rPr lang="en-US" sz="1100" dirty="0" smtClean="0"/>
            <a:t>   Conservative pick on divergence</a:t>
          </a:r>
          <a:endParaRPr lang="en-US" sz="1100" dirty="0"/>
        </a:p>
      </dgm:t>
    </dgm:pt>
    <dgm:pt modelId="{21338C0B-E532-4C94-A877-6D97B0E01045}" type="parTrans" cxnId="{D1D81654-B104-4EBE-9914-4FCA971EC351}">
      <dgm:prSet/>
      <dgm:spPr/>
      <dgm:t>
        <a:bodyPr/>
        <a:lstStyle/>
        <a:p>
          <a:endParaRPr lang="en-US"/>
        </a:p>
      </dgm:t>
    </dgm:pt>
    <dgm:pt modelId="{D916319E-F457-4FE1-B83B-A01AA4DAFC27}" type="sibTrans" cxnId="{D1D81654-B104-4EBE-9914-4FCA971EC351}">
      <dgm:prSet/>
      <dgm:spPr/>
      <dgm:t>
        <a:bodyPr/>
        <a:lstStyle/>
        <a:p>
          <a:endParaRPr lang="en-US"/>
        </a:p>
      </dgm:t>
    </dgm:pt>
    <dgm:pt modelId="{DCD30BB7-4056-4794-939C-C2A3D2A2C778}">
      <dgm:prSet phldrT="[Text]"/>
      <dgm:spPr/>
      <dgm:t>
        <a:bodyPr/>
        <a:lstStyle/>
        <a:p>
          <a:r>
            <a:rPr lang="en-US" dirty="0" smtClean="0"/>
            <a:t>RAG Chatbot — Groq Llama</a:t>
          </a:r>
        </a:p>
        <a:p>
          <a:r>
            <a:rPr lang="en-US" dirty="0" smtClean="0"/>
            <a:t> Answers ONLY about this patient's report Refuses anything outside report scope</a:t>
          </a:r>
          <a:endParaRPr lang="en-US" dirty="0"/>
        </a:p>
      </dgm:t>
    </dgm:pt>
    <dgm:pt modelId="{E6F6DD93-2352-405A-AEC8-2B89C2EB6A66}" type="parTrans" cxnId="{F20BDEDA-3C33-4751-9C52-8E0C3645951A}">
      <dgm:prSet/>
      <dgm:spPr/>
      <dgm:t>
        <a:bodyPr/>
        <a:lstStyle/>
        <a:p>
          <a:endParaRPr lang="en-US"/>
        </a:p>
      </dgm:t>
    </dgm:pt>
    <dgm:pt modelId="{F8934236-4BE5-4A1C-9615-53ACD3E7B43C}" type="sibTrans" cxnId="{F20BDEDA-3C33-4751-9C52-8E0C3645951A}">
      <dgm:prSet/>
      <dgm:spPr/>
      <dgm:t>
        <a:bodyPr/>
        <a:lstStyle/>
        <a:p>
          <a:endParaRPr lang="en-US"/>
        </a:p>
      </dgm:t>
    </dgm:pt>
    <dgm:pt modelId="{22FE6CD2-8935-4FA0-9EC7-23EDE941DD73}">
      <dgm:prSet phldrT="[Text]"/>
      <dgm:spPr/>
      <dgm:t>
        <a:bodyPr/>
        <a:lstStyle/>
        <a:p>
          <a:r>
            <a:rPr lang="en-US" dirty="0" smtClean="0"/>
            <a:t>Patient sees results in their language. Three trust bullets — right side of slide:</a:t>
          </a:r>
          <a:endParaRPr lang="en-US" dirty="0"/>
        </a:p>
      </dgm:t>
    </dgm:pt>
    <dgm:pt modelId="{2BA588B6-0E3A-4E25-9064-B0CF62594534}" type="parTrans" cxnId="{84B0D292-B043-4B3F-87D1-A4ABF056A99E}">
      <dgm:prSet/>
      <dgm:spPr/>
      <dgm:t>
        <a:bodyPr/>
        <a:lstStyle/>
        <a:p>
          <a:endParaRPr lang="en-US"/>
        </a:p>
      </dgm:t>
    </dgm:pt>
    <dgm:pt modelId="{89FA405B-A692-4A2E-BD6E-E9BFF0EA8DBD}" type="sibTrans" cxnId="{84B0D292-B043-4B3F-87D1-A4ABF056A99E}">
      <dgm:prSet/>
      <dgm:spPr/>
      <dgm:t>
        <a:bodyPr/>
        <a:lstStyle/>
        <a:p>
          <a:endParaRPr lang="en-US"/>
        </a:p>
      </dgm:t>
    </dgm:pt>
    <dgm:pt modelId="{0E68FD59-CA05-43A6-B180-995713BD1F17}" type="pres">
      <dgm:prSet presAssocID="{B306C225-46EB-4D7B-B8FF-CE4410189FC4}" presName="Name0" presStyleCnt="0">
        <dgm:presLayoutVars>
          <dgm:dir/>
          <dgm:animLvl val="lvl"/>
          <dgm:resizeHandles val="exact"/>
        </dgm:presLayoutVars>
      </dgm:prSet>
      <dgm:spPr/>
    </dgm:pt>
    <dgm:pt modelId="{20C0C276-3FC7-4FCE-956A-8A8EA02A216A}" type="pres">
      <dgm:prSet presAssocID="{E08DEA11-D34A-48B8-89FA-BFF1CA0545E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05D99B-F7FC-4898-B11E-CC1B4FDDD9A0}" type="pres">
      <dgm:prSet presAssocID="{D916319E-F457-4FE1-B83B-A01AA4DAFC27}" presName="parTxOnlySpace" presStyleCnt="0"/>
      <dgm:spPr/>
    </dgm:pt>
    <dgm:pt modelId="{219981D6-0658-4A0E-B89B-9E9E4EEE1B5C}" type="pres">
      <dgm:prSet presAssocID="{DCD30BB7-4056-4794-939C-C2A3D2A2C778}" presName="parTxOnly" presStyleLbl="node1" presStyleIdx="1" presStyleCnt="3" custLinFactNeighborX="0" custLinFactNeighborY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FD9E11-389F-458E-96EA-BB24ED4D3430}" type="pres">
      <dgm:prSet presAssocID="{F8934236-4BE5-4A1C-9615-53ACD3E7B43C}" presName="parTxOnlySpace" presStyleCnt="0"/>
      <dgm:spPr/>
    </dgm:pt>
    <dgm:pt modelId="{7DECBD96-80B9-48E0-BA9F-B924E3E1684C}" type="pres">
      <dgm:prSet presAssocID="{22FE6CD2-8935-4FA0-9EC7-23EDE941DD73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DD14DC-50B2-4AEE-98E6-7FBFC45AE8EF}" type="presOf" srcId="{E08DEA11-D34A-48B8-89FA-BFF1CA0545E5}" destId="{20C0C276-3FC7-4FCE-956A-8A8EA02A216A}" srcOrd="0" destOrd="0" presId="urn:microsoft.com/office/officeart/2005/8/layout/chevron1"/>
    <dgm:cxn modelId="{D1D81654-B104-4EBE-9914-4FCA971EC351}" srcId="{B306C225-46EB-4D7B-B8FF-CE4410189FC4}" destId="{E08DEA11-D34A-48B8-89FA-BFF1CA0545E5}" srcOrd="0" destOrd="0" parTransId="{21338C0B-E532-4C94-A877-6D97B0E01045}" sibTransId="{D916319E-F457-4FE1-B83B-A01AA4DAFC27}"/>
    <dgm:cxn modelId="{C825EC4F-9069-44BC-B558-5B0E58390CBD}" type="presOf" srcId="{B306C225-46EB-4D7B-B8FF-CE4410189FC4}" destId="{0E68FD59-CA05-43A6-B180-995713BD1F17}" srcOrd="0" destOrd="0" presId="urn:microsoft.com/office/officeart/2005/8/layout/chevron1"/>
    <dgm:cxn modelId="{0B8DDCB2-ED48-4C67-9716-11EFE92C4B5E}" type="presOf" srcId="{DCD30BB7-4056-4794-939C-C2A3D2A2C778}" destId="{219981D6-0658-4A0E-B89B-9E9E4EEE1B5C}" srcOrd="0" destOrd="0" presId="urn:microsoft.com/office/officeart/2005/8/layout/chevron1"/>
    <dgm:cxn modelId="{0BBE7EB5-CB74-45E4-9459-2EDE1BC72E4A}" type="presOf" srcId="{22FE6CD2-8935-4FA0-9EC7-23EDE941DD73}" destId="{7DECBD96-80B9-48E0-BA9F-B924E3E1684C}" srcOrd="0" destOrd="0" presId="urn:microsoft.com/office/officeart/2005/8/layout/chevron1"/>
    <dgm:cxn modelId="{84B0D292-B043-4B3F-87D1-A4ABF056A99E}" srcId="{B306C225-46EB-4D7B-B8FF-CE4410189FC4}" destId="{22FE6CD2-8935-4FA0-9EC7-23EDE941DD73}" srcOrd="2" destOrd="0" parTransId="{2BA588B6-0E3A-4E25-9064-B0CF62594534}" sibTransId="{89FA405B-A692-4A2E-BD6E-E9BFF0EA8DBD}"/>
    <dgm:cxn modelId="{F20BDEDA-3C33-4751-9C52-8E0C3645951A}" srcId="{B306C225-46EB-4D7B-B8FF-CE4410189FC4}" destId="{DCD30BB7-4056-4794-939C-C2A3D2A2C778}" srcOrd="1" destOrd="0" parTransId="{E6F6DD93-2352-405A-AEC8-2B89C2EB6A66}" sibTransId="{F8934236-4BE5-4A1C-9615-53ACD3E7B43C}"/>
    <dgm:cxn modelId="{B33EE408-FC85-4583-93BE-54969EF0CAA2}" type="presParOf" srcId="{0E68FD59-CA05-43A6-B180-995713BD1F17}" destId="{20C0C276-3FC7-4FCE-956A-8A8EA02A216A}" srcOrd="0" destOrd="0" presId="urn:microsoft.com/office/officeart/2005/8/layout/chevron1"/>
    <dgm:cxn modelId="{11A0E262-6A62-4B22-8B1A-8686D68BA808}" type="presParOf" srcId="{0E68FD59-CA05-43A6-B180-995713BD1F17}" destId="{EA05D99B-F7FC-4898-B11E-CC1B4FDDD9A0}" srcOrd="1" destOrd="0" presId="urn:microsoft.com/office/officeart/2005/8/layout/chevron1"/>
    <dgm:cxn modelId="{8701B3ED-9E7A-44A0-8D73-6E260DD4F276}" type="presParOf" srcId="{0E68FD59-CA05-43A6-B180-995713BD1F17}" destId="{219981D6-0658-4A0E-B89B-9E9E4EEE1B5C}" srcOrd="2" destOrd="0" presId="urn:microsoft.com/office/officeart/2005/8/layout/chevron1"/>
    <dgm:cxn modelId="{8C9FEDA4-2559-4CF7-9EF5-0E5DF44A6415}" type="presParOf" srcId="{0E68FD59-CA05-43A6-B180-995713BD1F17}" destId="{CFFD9E11-389F-458E-96EA-BB24ED4D3430}" srcOrd="3" destOrd="0" presId="urn:microsoft.com/office/officeart/2005/8/layout/chevron1"/>
    <dgm:cxn modelId="{49EF6B5A-0EC6-4AFE-B97A-D0A96EA30F63}" type="presParOf" srcId="{0E68FD59-CA05-43A6-B180-995713BD1F17}" destId="{7DECBD96-80B9-48E0-BA9F-B924E3E1684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E9353-7AF8-4080-B68B-658DA25B532D}">
      <dsp:nvSpPr>
        <dsp:cNvPr id="0" name=""/>
        <dsp:cNvSpPr/>
      </dsp:nvSpPr>
      <dsp:spPr>
        <a:xfrm>
          <a:off x="6543" y="336447"/>
          <a:ext cx="1955637" cy="2768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₹1.54 Trillion — India diagnostic lab market FY2024, growing to ₹2.98T by FY2030 at 11.7% CAGR (Research &amp; Markets, 2025)</a:t>
          </a:r>
          <a:endParaRPr lang="en-US" sz="1800" kern="1200" dirty="0"/>
        </a:p>
      </dsp:txBody>
      <dsp:txXfrm>
        <a:off x="63822" y="393726"/>
        <a:ext cx="1841079" cy="2653891"/>
      </dsp:txXfrm>
    </dsp:sp>
    <dsp:sp modelId="{9632E987-CF98-4E1D-9094-40D84A8A7BA0}">
      <dsp:nvSpPr>
        <dsp:cNvPr id="0" name=""/>
        <dsp:cNvSpPr/>
      </dsp:nvSpPr>
      <dsp:spPr>
        <a:xfrm>
          <a:off x="2157744" y="1478172"/>
          <a:ext cx="414595" cy="4849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157744" y="1575172"/>
        <a:ext cx="290217" cy="290998"/>
      </dsp:txXfrm>
    </dsp:sp>
    <dsp:sp modelId="{94DC72B9-5102-46E5-9A8B-46C37D6825B3}">
      <dsp:nvSpPr>
        <dsp:cNvPr id="0" name=""/>
        <dsp:cNvSpPr/>
      </dsp:nvSpPr>
      <dsp:spPr>
        <a:xfrm>
          <a:off x="2744435" y="336447"/>
          <a:ext cx="1955637" cy="2768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95% of all clinical decisions are influenced by diagnostics — yet it represents only 5% of healthcare spending (Nat Health India / Expert Market Research)</a:t>
          </a:r>
          <a:endParaRPr lang="en-US" sz="1800" kern="1200" dirty="0"/>
        </a:p>
      </dsp:txBody>
      <dsp:txXfrm>
        <a:off x="2801714" y="393726"/>
        <a:ext cx="1841079" cy="2653891"/>
      </dsp:txXfrm>
    </dsp:sp>
    <dsp:sp modelId="{441CFD73-8D17-4314-9DAF-A3C2B4A0075A}">
      <dsp:nvSpPr>
        <dsp:cNvPr id="0" name=""/>
        <dsp:cNvSpPr/>
      </dsp:nvSpPr>
      <dsp:spPr>
        <a:xfrm>
          <a:off x="4895637" y="1478172"/>
          <a:ext cx="414595" cy="4849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895637" y="1575172"/>
        <a:ext cx="290217" cy="290998"/>
      </dsp:txXfrm>
    </dsp:sp>
    <dsp:sp modelId="{9A427A2B-60BF-435D-AF14-2B635E3D3011}">
      <dsp:nvSpPr>
        <dsp:cNvPr id="0" name=""/>
        <dsp:cNvSpPr/>
      </dsp:nvSpPr>
      <dsp:spPr>
        <a:xfrm>
          <a:off x="5482328" y="336447"/>
          <a:ext cx="1955637" cy="2768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36% of women, 29% of men in India lack awareness of basic health indicators (NFHS-5, National Family Health Survey)</a:t>
          </a:r>
          <a:endParaRPr lang="en-US" sz="1800" kern="1200" dirty="0"/>
        </a:p>
      </dsp:txBody>
      <dsp:txXfrm>
        <a:off x="5539607" y="393726"/>
        <a:ext cx="1841079" cy="26538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C7CEAA-184A-47C8-B936-05B62B24CD33}">
      <dsp:nvSpPr>
        <dsp:cNvPr id="0" name=""/>
        <dsp:cNvSpPr/>
      </dsp:nvSpPr>
      <dsp:spPr>
        <a:xfrm>
          <a:off x="7422" y="1404301"/>
          <a:ext cx="1593921" cy="122591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CD3E5-42B8-41DC-8231-37D8B6686A84}">
      <dsp:nvSpPr>
        <dsp:cNvPr id="0" name=""/>
        <dsp:cNvSpPr/>
      </dsp:nvSpPr>
      <dsp:spPr>
        <a:xfrm>
          <a:off x="859887" y="1564791"/>
          <a:ext cx="1833401" cy="1833401"/>
        </a:xfrm>
        <a:prstGeom prst="leftCircularArrow">
          <a:avLst>
            <a:gd name="adj1" fmla="val 4206"/>
            <a:gd name="adj2" fmla="val 530879"/>
            <a:gd name="adj3" fmla="val 2306390"/>
            <a:gd name="adj4" fmla="val 9024489"/>
            <a:gd name="adj5" fmla="val 490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B272A-FEB5-4FF3-9496-32323E5E542C}">
      <dsp:nvSpPr>
        <dsp:cNvPr id="0" name=""/>
        <dsp:cNvSpPr/>
      </dsp:nvSpPr>
      <dsp:spPr>
        <a:xfrm>
          <a:off x="391510" y="2367524"/>
          <a:ext cx="1321191" cy="525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Any Indian Lab PDF / Photo</a:t>
          </a:r>
          <a:endParaRPr lang="en-US" sz="1100" kern="1200" dirty="0"/>
        </a:p>
      </dsp:txBody>
      <dsp:txXfrm>
        <a:off x="406898" y="2382912"/>
        <a:ext cx="1290415" cy="494618"/>
      </dsp:txXfrm>
    </dsp:sp>
    <dsp:sp modelId="{CB3195F5-3F78-4ED9-B2AC-DDE593F19CFC}">
      <dsp:nvSpPr>
        <dsp:cNvPr id="0" name=""/>
        <dsp:cNvSpPr/>
      </dsp:nvSpPr>
      <dsp:spPr>
        <a:xfrm>
          <a:off x="2079940" y="1404301"/>
          <a:ext cx="1486340" cy="12259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OCR + table </a:t>
          </a:r>
          <a:r>
            <a:rPr lang="en-US" sz="1100" kern="1200" dirty="0" smtClean="0"/>
            <a:t>extraction</a:t>
          </a:r>
          <a:endParaRPr lang="en-US" sz="1000" kern="1200" dirty="0"/>
        </a:p>
      </dsp:txBody>
      <dsp:txXfrm>
        <a:off x="2108152" y="1695210"/>
        <a:ext cx="1429916" cy="906798"/>
      </dsp:txXfrm>
    </dsp:sp>
    <dsp:sp modelId="{4833BC87-B9BD-44B6-BF42-31B0F5D4EFC0}">
      <dsp:nvSpPr>
        <dsp:cNvPr id="0" name=""/>
        <dsp:cNvSpPr/>
      </dsp:nvSpPr>
      <dsp:spPr>
        <a:xfrm>
          <a:off x="2861311" y="574785"/>
          <a:ext cx="2058297" cy="2058297"/>
        </a:xfrm>
        <a:prstGeom prst="circularArrow">
          <a:avLst>
            <a:gd name="adj1" fmla="val 3747"/>
            <a:gd name="adj2" fmla="val 467645"/>
            <a:gd name="adj3" fmla="val 19376153"/>
            <a:gd name="adj4" fmla="val 12594819"/>
            <a:gd name="adj5" fmla="val 437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97CE6-90D0-4C00-8498-6F7E08957A0C}">
      <dsp:nvSpPr>
        <dsp:cNvPr id="0" name=""/>
        <dsp:cNvSpPr/>
      </dsp:nvSpPr>
      <dsp:spPr>
        <a:xfrm>
          <a:off x="2379850" y="1132368"/>
          <a:ext cx="1381966" cy="525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PyMupdf/Azure Document Intelligence</a:t>
          </a:r>
        </a:p>
      </dsp:txBody>
      <dsp:txXfrm>
        <a:off x="2395238" y="1147756"/>
        <a:ext cx="1351190" cy="494618"/>
      </dsp:txXfrm>
    </dsp:sp>
    <dsp:sp modelId="{0E47EC1F-AD15-46AD-B9B2-98E1E1A0BC89}">
      <dsp:nvSpPr>
        <dsp:cNvPr id="0" name=""/>
        <dsp:cNvSpPr/>
      </dsp:nvSpPr>
      <dsp:spPr>
        <a:xfrm>
          <a:off x="4129054" y="1404301"/>
          <a:ext cx="1486340" cy="12259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  Name, phone, address removed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smtClean="0"/>
            <a:t>   AI never sees patient identity</a:t>
          </a:r>
          <a:endParaRPr lang="en-US" sz="1000" kern="1200" dirty="0"/>
        </a:p>
      </dsp:txBody>
      <dsp:txXfrm>
        <a:off x="4157266" y="1432513"/>
        <a:ext cx="1429916" cy="906798"/>
      </dsp:txXfrm>
    </dsp:sp>
    <dsp:sp modelId="{118D0176-2C9C-4C56-9817-AE1EDA842B24}">
      <dsp:nvSpPr>
        <dsp:cNvPr id="0" name=""/>
        <dsp:cNvSpPr/>
      </dsp:nvSpPr>
      <dsp:spPr>
        <a:xfrm>
          <a:off x="4927729" y="1564791"/>
          <a:ext cx="1833401" cy="1833401"/>
        </a:xfrm>
        <a:prstGeom prst="leftCircularArrow">
          <a:avLst>
            <a:gd name="adj1" fmla="val 4206"/>
            <a:gd name="adj2" fmla="val 530879"/>
            <a:gd name="adj3" fmla="val 2306390"/>
            <a:gd name="adj4" fmla="val 9024489"/>
            <a:gd name="adj5" fmla="val 490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104E2-5200-4D28-9174-EA0FDA47CA05}">
      <dsp:nvSpPr>
        <dsp:cNvPr id="0" name=""/>
        <dsp:cNvSpPr/>
      </dsp:nvSpPr>
      <dsp:spPr>
        <a:xfrm>
          <a:off x="4459352" y="2367524"/>
          <a:ext cx="1321191" cy="525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PII Stripper</a:t>
          </a:r>
        </a:p>
      </dsp:txBody>
      <dsp:txXfrm>
        <a:off x="4474740" y="2382912"/>
        <a:ext cx="1290415" cy="494618"/>
      </dsp:txXfrm>
    </dsp:sp>
    <dsp:sp modelId="{7305D312-80D2-4ECD-BC45-9C9F0F7CB5FA}">
      <dsp:nvSpPr>
        <dsp:cNvPr id="0" name=""/>
        <dsp:cNvSpPr/>
      </dsp:nvSpPr>
      <dsp:spPr>
        <a:xfrm>
          <a:off x="6147781" y="1404301"/>
          <a:ext cx="1486340" cy="12259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  Biomarker extraction → structured JSON</a:t>
          </a:r>
          <a:endParaRPr lang="en-US" sz="1000" kern="1200" dirty="0"/>
        </a:p>
      </dsp:txBody>
      <dsp:txXfrm>
        <a:off x="6175993" y="1695210"/>
        <a:ext cx="1429916" cy="906798"/>
      </dsp:txXfrm>
    </dsp:sp>
    <dsp:sp modelId="{B4AC6941-D7DB-4C50-B32B-16E8FC5EC52E}">
      <dsp:nvSpPr>
        <dsp:cNvPr id="0" name=""/>
        <dsp:cNvSpPr/>
      </dsp:nvSpPr>
      <dsp:spPr>
        <a:xfrm>
          <a:off x="6934069" y="588263"/>
          <a:ext cx="2023322" cy="2023322"/>
        </a:xfrm>
        <a:prstGeom prst="circularArrow">
          <a:avLst>
            <a:gd name="adj1" fmla="val 3812"/>
            <a:gd name="adj2" fmla="val 476470"/>
            <a:gd name="adj3" fmla="val 19348019"/>
            <a:gd name="adj4" fmla="val 12575511"/>
            <a:gd name="adj5" fmla="val 444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DD072-68EF-441D-898B-A9248937E504}">
      <dsp:nvSpPr>
        <dsp:cNvPr id="0" name=""/>
        <dsp:cNvSpPr/>
      </dsp:nvSpPr>
      <dsp:spPr>
        <a:xfrm>
          <a:off x="6478079" y="1141604"/>
          <a:ext cx="1321191" cy="525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Groq Llama 3.3-70b</a:t>
          </a:r>
          <a:endParaRPr lang="en-US" sz="1100" kern="1200" dirty="0"/>
        </a:p>
      </dsp:txBody>
      <dsp:txXfrm>
        <a:off x="6493467" y="1156992"/>
        <a:ext cx="1290415" cy="494618"/>
      </dsp:txXfrm>
    </dsp:sp>
    <dsp:sp modelId="{77A50C3A-A21D-4423-9649-FF96C85D1E3B}">
      <dsp:nvSpPr>
        <dsp:cNvPr id="0" name=""/>
        <dsp:cNvSpPr/>
      </dsp:nvSpPr>
      <dsp:spPr>
        <a:xfrm>
          <a:off x="8166508" y="1404301"/>
          <a:ext cx="1486340" cy="12259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800" kern="1200" smtClean="0"/>
            <a:t>   60+ biomarkers, Indian population ranges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800" kern="1200" dirty="0" smtClean="0"/>
            <a:t>   Gender &amp; age-specific thresholds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800" kern="1200" dirty="0" smtClean="0"/>
            <a:t>   Physiological bounds check</a:t>
          </a:r>
          <a:endParaRPr lang="en-US" sz="800" kern="1200" dirty="0"/>
        </a:p>
      </dsp:txBody>
      <dsp:txXfrm>
        <a:off x="8194720" y="1432513"/>
        <a:ext cx="1429916" cy="906798"/>
      </dsp:txXfrm>
    </dsp:sp>
    <dsp:sp modelId="{8852AA6C-19D7-4E2C-AA38-B006C32832E9}">
      <dsp:nvSpPr>
        <dsp:cNvPr id="0" name=""/>
        <dsp:cNvSpPr/>
      </dsp:nvSpPr>
      <dsp:spPr>
        <a:xfrm>
          <a:off x="8952295" y="1532024"/>
          <a:ext cx="1850369" cy="1850369"/>
        </a:xfrm>
        <a:prstGeom prst="leftCircularArrow">
          <a:avLst>
            <a:gd name="adj1" fmla="val 4168"/>
            <a:gd name="adj2" fmla="val 525517"/>
            <a:gd name="adj3" fmla="val 2205886"/>
            <a:gd name="adj4" fmla="val 8929347"/>
            <a:gd name="adj5" fmla="val 48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1758A-3C20-40D5-9B44-623C438441B8}">
      <dsp:nvSpPr>
        <dsp:cNvPr id="0" name=""/>
        <dsp:cNvSpPr/>
      </dsp:nvSpPr>
      <dsp:spPr>
        <a:xfrm>
          <a:off x="8496806" y="2367524"/>
          <a:ext cx="1321191" cy="525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ICMR Verification Engine</a:t>
          </a:r>
          <a:endParaRPr lang="en-US" sz="1100" kern="1200" dirty="0"/>
        </a:p>
      </dsp:txBody>
      <dsp:txXfrm>
        <a:off x="8512194" y="2382912"/>
        <a:ext cx="1290415" cy="494618"/>
      </dsp:txXfrm>
    </dsp:sp>
    <dsp:sp modelId="{EF313CF8-CCF4-465B-A821-66D83F8723C4}">
      <dsp:nvSpPr>
        <dsp:cNvPr id="0" name=""/>
        <dsp:cNvSpPr/>
      </dsp:nvSpPr>
      <dsp:spPr>
        <a:xfrm>
          <a:off x="10199430" y="1363797"/>
          <a:ext cx="1486340" cy="12259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  EMERGENCY / ACT NOW / WATCH / NORMAL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  Rules-based. Reproducible. Auditable.</a:t>
          </a:r>
          <a:endParaRPr lang="en-US" sz="1000" kern="1200" dirty="0"/>
        </a:p>
      </dsp:txBody>
      <dsp:txXfrm>
        <a:off x="10227642" y="1654706"/>
        <a:ext cx="1429916" cy="906798"/>
      </dsp:txXfrm>
    </dsp:sp>
    <dsp:sp modelId="{F708A34B-834E-4EE2-A6E3-8836FD7A498F}">
      <dsp:nvSpPr>
        <dsp:cNvPr id="0" name=""/>
        <dsp:cNvSpPr/>
      </dsp:nvSpPr>
      <dsp:spPr>
        <a:xfrm>
          <a:off x="10515533" y="1141604"/>
          <a:ext cx="1321191" cy="525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Deterministic Severity Engine  ← NO AI HERE</a:t>
          </a:r>
          <a:endParaRPr lang="en-US" sz="1100" kern="1200" dirty="0"/>
        </a:p>
      </dsp:txBody>
      <dsp:txXfrm>
        <a:off x="10530921" y="1156992"/>
        <a:ext cx="1290415" cy="4946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0C276-3FC7-4FCE-956A-8A8EA02A216A}">
      <dsp:nvSpPr>
        <dsp:cNvPr id="0" name=""/>
        <dsp:cNvSpPr/>
      </dsp:nvSpPr>
      <dsp:spPr>
        <a:xfrm>
          <a:off x="2646" y="1615465"/>
          <a:ext cx="3224240" cy="12896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Groq + GPT-4o Cross-Validation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   Plain-language explanation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   EN + HI + MR </a:t>
          </a:r>
          <a:r>
            <a:rPr lang="en-US" sz="1200" kern="1200" dirty="0" smtClean="0"/>
            <a:t>simultaneously</a:t>
          </a: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   Conservative pick on divergence</a:t>
          </a:r>
          <a:endParaRPr lang="en-US" sz="1100" kern="1200" dirty="0"/>
        </a:p>
      </dsp:txBody>
      <dsp:txXfrm>
        <a:off x="647494" y="1615465"/>
        <a:ext cx="1934544" cy="1289696"/>
      </dsp:txXfrm>
    </dsp:sp>
    <dsp:sp modelId="{219981D6-0658-4A0E-B89B-9E9E4EEE1B5C}">
      <dsp:nvSpPr>
        <dsp:cNvPr id="0" name=""/>
        <dsp:cNvSpPr/>
      </dsp:nvSpPr>
      <dsp:spPr>
        <a:xfrm>
          <a:off x="2904462" y="1615465"/>
          <a:ext cx="3224240" cy="12896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RAG Chatbot — Groq Llama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Answers ONLY about this patient's report Refuses anything outside report scope</a:t>
          </a:r>
          <a:endParaRPr lang="en-US" sz="1400" kern="1200" dirty="0"/>
        </a:p>
      </dsp:txBody>
      <dsp:txXfrm>
        <a:off x="3549310" y="1615465"/>
        <a:ext cx="1934544" cy="1289696"/>
      </dsp:txXfrm>
    </dsp:sp>
    <dsp:sp modelId="{7DECBD96-80B9-48E0-BA9F-B924E3E1684C}">
      <dsp:nvSpPr>
        <dsp:cNvPr id="0" name=""/>
        <dsp:cNvSpPr/>
      </dsp:nvSpPr>
      <dsp:spPr>
        <a:xfrm>
          <a:off x="5806278" y="1615465"/>
          <a:ext cx="3224240" cy="12896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Patient sees results in their language. Three trust bullets — right side of slide:</a:t>
          </a:r>
          <a:endParaRPr lang="en-US" sz="1400" kern="1200" dirty="0"/>
        </a:p>
      </dsp:txBody>
      <dsp:txXfrm>
        <a:off x="6451126" y="1615465"/>
        <a:ext cx="1934544" cy="1289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32997" y="689433"/>
            <a:ext cx="8534400" cy="87946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ARENA 1.0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49" y="1422002"/>
            <a:ext cx="111246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 - </a:t>
            </a:r>
            <a:r>
              <a:rPr lang="en-US" sz="2400" dirty="0"/>
              <a:t>AI-Powered Medical Report Summarizer for Patients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6EF5A04-AD45-2C1C-BB6C-28418008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217045" y="2230846"/>
            <a:ext cx="4264647" cy="303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9F24CE6-45BC-5DE4-7EBC-931162A9D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738" y="-1"/>
            <a:ext cx="2446446" cy="1170039"/>
          </a:xfrm>
          <a:prstGeom prst="rect">
            <a:avLst/>
          </a:prstGeom>
        </p:spPr>
      </p:pic>
      <p:pic>
        <p:nvPicPr>
          <p:cNvPr id="13314" name="Picture 2" descr="C:\Users\RAGHAV DIGITAL\Downloads\new svg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0620" y="89989"/>
            <a:ext cx="813380" cy="11988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674253" y="-4071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THE PROBLEM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131334C7-E5FF-4F91-3A10-B33A1211A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1429306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"894 million blood tests. Zero plain-language explanations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.“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59269" y="252245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EF30371-B6D8-A4A1-6B87-97517728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090" y="62810"/>
            <a:ext cx="2434910" cy="1164522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926880699"/>
              </p:ext>
            </p:extLst>
          </p:nvPr>
        </p:nvGraphicFramePr>
        <p:xfrm>
          <a:off x="1742097" y="1810580"/>
          <a:ext cx="7444509" cy="3441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33236" y="5251924"/>
            <a:ext cx="8571346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"There is no standalone tool that </a:t>
            </a:r>
            <a:r>
              <a:rPr lang="en-US" sz="2400" b="1" dirty="0"/>
              <a:t>works with any Indian lab</a:t>
            </a:r>
            <a:r>
              <a:rPr lang="en-US" sz="2400" dirty="0"/>
              <a:t>, explains results in Hindi or Marathi, and is built for the patient — not the hospital."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1219200" y="0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THE COMPETITION GAP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xmlns="" id="{65D43347-FBC1-F4EA-F7A7-FDB91E4E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0285" y="971310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"Every existing tool fails the Indian patient."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xmlns="" id="{D9FDA887-BA34-88D9-EE04-3AA23AC21795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60947" y="176481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2D22398-4BE2-AE93-B463-ED6877DC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486" y="78374"/>
            <a:ext cx="2408514" cy="115189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832849"/>
              </p:ext>
            </p:extLst>
          </p:nvPr>
        </p:nvGraphicFramePr>
        <p:xfrm>
          <a:off x="1846804" y="1342469"/>
          <a:ext cx="8412479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595"/>
                <a:gridCol w="1208738"/>
                <a:gridCol w="1295079"/>
                <a:gridCol w="1937086"/>
                <a:gridCol w="2080981"/>
              </a:tblGrid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NirogGyan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Swasth.AI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Wisedocs / DigitalOwl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Bodh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Any Indian Lab Format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PharmEasy only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Enterprise B2B ✅</a:t>
                      </a: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Hindi Support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Marathi Support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Patient-facing (not B2B)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Partial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Paper / Photo OCR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541695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ICMR Indian Population Ranges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Unknown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 Summary + Questions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541695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Voice Readout (Indian Langs)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541695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Ask Questions About Report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  <a:tr h="39122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Free, No Login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✅</a:t>
                      </a:r>
                    </a:p>
                  </a:txBody>
                  <a:tcPr marT="121920" marB="12192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60285" y="6215749"/>
            <a:ext cx="962335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dk1"/>
                </a:solidFill>
                <a:latin typeface="+mn-lt"/>
                <a:ea typeface="+mn-ea"/>
              </a:rPr>
              <a:t>"We are the only tool built for the patient, not the lab, not the hospital, not the insurer."</a:t>
            </a:r>
            <a:endParaRPr lang="en-US" dirty="0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845574" y="3750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THE PRODUCT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xmlns="" id="{B0C7FE15-C174-CBAD-ACF8-0C2FB13E4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841090"/>
            <a:ext cx="8534400" cy="6619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"From confusing report to clear action in under 20 seconds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.“</a:t>
            </a:r>
          </a:p>
          <a:p>
            <a:pPr algn="l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xmlns="" id="{A31562B0-769E-3511-B94A-F3C374388A01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78935" y="71733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48447AA-A453-02F7-4645-4C2E946F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613" y="564"/>
            <a:ext cx="2389909" cy="1143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25599" y="2678652"/>
            <a:ext cx="820189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"60+ biomarkers. 3 languages. Any Indian lab. 20 seconds."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786580" y="0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THE ARCHITECTURE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xmlns="" id="{716554A4-1359-70C9-B50C-FD415C0F8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7" y="1083525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"Zero-hallucination by design."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xmlns="" id="{3DDBDEAF-2199-EDF6-9B01-ED310EFD2DE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6189" y="139535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1F88FD7-83C5-864B-B857-CAE6A2B12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261" y="-5658"/>
            <a:ext cx="2455738" cy="1174483"/>
          </a:xfrm>
          <a:prstGeom prst="rect">
            <a:avLst/>
          </a:prstGeom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520832006"/>
              </p:ext>
            </p:extLst>
          </p:nvPr>
        </p:nvGraphicFramePr>
        <p:xfrm>
          <a:off x="237016" y="770133"/>
          <a:ext cx="11844147" cy="4034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73312361"/>
              </p:ext>
            </p:extLst>
          </p:nvPr>
        </p:nvGraphicFramePr>
        <p:xfrm>
          <a:off x="1644669" y="2112825"/>
          <a:ext cx="9033165" cy="4520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465007" y="5166395"/>
            <a:ext cx="99198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AI receives only: {age, gender, biomarkers[]} — never name, never 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Severity is never decided by AI — a deterministic rule engine decides. AI only explains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Dual-model cross-validation: where Groq and GPT-4o disagree, we show the more conservative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3268" y="5968795"/>
            <a:ext cx="6662993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"The same rigor that powers </a:t>
            </a:r>
            <a:r>
              <a:rPr lang="en-US" b="1" dirty="0"/>
              <a:t>clinical decision support </a:t>
            </a:r>
            <a:r>
              <a:rPr lang="en-US" dirty="0"/>
              <a:t>— built for the patient who never gets to see it."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@SIH Idea submission- Template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59" y="780680"/>
            <a:ext cx="10503822" cy="57032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27494-6032-AF9F-B29D-1DF72734A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271" y="17404"/>
            <a:ext cx="2407412" cy="1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0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9328</TotalTime>
  <Words>551</Words>
  <Application>Microsoft Office PowerPoint</Application>
  <PresentationFormat>Widescreen</PresentationFormat>
  <Paragraphs>121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Arial</vt:lpstr>
      <vt:lpstr>Calibri</vt:lpstr>
      <vt:lpstr>Cambria</vt:lpstr>
      <vt:lpstr>Google Sans Text</vt:lpstr>
      <vt:lpstr>Times New Roman</vt:lpstr>
      <vt:lpstr>TradeGothic</vt:lpstr>
      <vt:lpstr>Office Theme</vt:lpstr>
      <vt:lpstr>QUANTUM ARENA 1.0</vt:lpstr>
      <vt:lpstr> THE PROBLEM</vt:lpstr>
      <vt:lpstr>THE COMPETITION GAP</vt:lpstr>
      <vt:lpstr>THE PRODUCT</vt:lpstr>
      <vt:lpstr>THE ARCHITECTURE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174</cp:revision>
  <dcterms:created xsi:type="dcterms:W3CDTF">2013-12-12T18:46:50Z</dcterms:created>
  <dcterms:modified xsi:type="dcterms:W3CDTF">2026-04-18T06:25:14Z</dcterms:modified>
  <cp:category/>
</cp:coreProperties>
</file>